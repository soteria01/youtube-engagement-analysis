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0" r:id="rId4"/>
    <p:sldId id="262" r:id="rId5"/>
    <p:sldId id="258" r:id="rId6"/>
    <p:sldId id="263" r:id="rId7"/>
    <p:sldId id="264" r:id="rId8"/>
    <p:sldId id="267" r:id="rId9"/>
    <p:sldId id="268" r:id="rId10"/>
    <p:sldId id="269"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FD4A33-BDB4-4ABC-A64B-96A4733A51AC}" v="232" dt="2024-04-12T03:48:30.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93" d="100"/>
          <a:sy n="93" d="100"/>
        </p:scale>
        <p:origin x="7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teria Ebulu" userId="a794cbb7e2998bdf" providerId="LiveId" clId="{12FD4A33-BDB4-4ABC-A64B-96A4733A51AC}"/>
    <pc:docChg chg="undo custSel addSld modSld sldOrd">
      <pc:chgData name="Soteria Ebulu" userId="a794cbb7e2998bdf" providerId="LiveId" clId="{12FD4A33-BDB4-4ABC-A64B-96A4733A51AC}" dt="2024-04-12T03:48:30.486" v="459" actId="313"/>
      <pc:docMkLst>
        <pc:docMk/>
      </pc:docMkLst>
      <pc:sldChg chg="modSp">
        <pc:chgData name="Soteria Ebulu" userId="a794cbb7e2998bdf" providerId="LiveId" clId="{12FD4A33-BDB4-4ABC-A64B-96A4733A51AC}" dt="2024-04-10T19:07:17.480" v="1" actId="113"/>
        <pc:sldMkLst>
          <pc:docMk/>
          <pc:sldMk cId="2788891029" sldId="256"/>
        </pc:sldMkLst>
        <pc:spChg chg="mod">
          <ac:chgData name="Soteria Ebulu" userId="a794cbb7e2998bdf" providerId="LiveId" clId="{12FD4A33-BDB4-4ABC-A64B-96A4733A51AC}" dt="2024-04-10T19:07:17.480" v="1" actId="113"/>
          <ac:spMkLst>
            <pc:docMk/>
            <pc:sldMk cId="2788891029" sldId="256"/>
            <ac:spMk id="2" creationId="{5617F74B-90D3-4597-921A-225F07DB562D}"/>
          </ac:spMkLst>
        </pc:spChg>
      </pc:sldChg>
      <pc:sldChg chg="modSp mod">
        <pc:chgData name="Soteria Ebulu" userId="a794cbb7e2998bdf" providerId="LiveId" clId="{12FD4A33-BDB4-4ABC-A64B-96A4733A51AC}" dt="2024-04-10T19:07:41.488" v="4" actId="113"/>
        <pc:sldMkLst>
          <pc:docMk/>
          <pc:sldMk cId="3931622345" sldId="257"/>
        </pc:sldMkLst>
        <pc:spChg chg="mod">
          <ac:chgData name="Soteria Ebulu" userId="a794cbb7e2998bdf" providerId="LiveId" clId="{12FD4A33-BDB4-4ABC-A64B-96A4733A51AC}" dt="2024-04-10T19:07:41.488" v="4" actId="113"/>
          <ac:spMkLst>
            <pc:docMk/>
            <pc:sldMk cId="3931622345" sldId="257"/>
            <ac:spMk id="3" creationId="{5EC6DDE1-92AA-85C5-7DC7-5F6E50B925B3}"/>
          </ac:spMkLst>
        </pc:spChg>
      </pc:sldChg>
      <pc:sldChg chg="modSp">
        <pc:chgData name="Soteria Ebulu" userId="a794cbb7e2998bdf" providerId="LiveId" clId="{12FD4A33-BDB4-4ABC-A64B-96A4733A51AC}" dt="2024-04-12T02:44:46.554" v="388" actId="1036"/>
        <pc:sldMkLst>
          <pc:docMk/>
          <pc:sldMk cId="3738401912" sldId="260"/>
        </pc:sldMkLst>
        <pc:picChg chg="mod">
          <ac:chgData name="Soteria Ebulu" userId="a794cbb7e2998bdf" providerId="LiveId" clId="{12FD4A33-BDB4-4ABC-A64B-96A4733A51AC}" dt="2024-04-12T02:44:46.554" v="388" actId="1036"/>
          <ac:picMkLst>
            <pc:docMk/>
            <pc:sldMk cId="3738401912" sldId="260"/>
            <ac:picMk id="3074" creationId="{A4ECD9B8-5898-2A77-9B54-23015B8739AE}"/>
          </ac:picMkLst>
        </pc:picChg>
      </pc:sldChg>
      <pc:sldChg chg="addSp modSp mod">
        <pc:chgData name="Soteria Ebulu" userId="a794cbb7e2998bdf" providerId="LiveId" clId="{12FD4A33-BDB4-4ABC-A64B-96A4733A51AC}" dt="2024-04-10T22:36:36.128" v="65" actId="1076"/>
        <pc:sldMkLst>
          <pc:docMk/>
          <pc:sldMk cId="329845561" sldId="263"/>
        </pc:sldMkLst>
        <pc:graphicFrameChg chg="add mod">
          <ac:chgData name="Soteria Ebulu" userId="a794cbb7e2998bdf" providerId="LiveId" clId="{12FD4A33-BDB4-4ABC-A64B-96A4733A51AC}" dt="2024-04-10T22:36:36.128" v="65" actId="1076"/>
          <ac:graphicFrameMkLst>
            <pc:docMk/>
            <pc:sldMk cId="329845561" sldId="263"/>
            <ac:graphicFrameMk id="11" creationId="{8EB9C8A0-478C-9831-6304-D7F1BD88CAF0}"/>
          </ac:graphicFrameMkLst>
        </pc:graphicFrameChg>
        <pc:cxnChg chg="mod">
          <ac:chgData name="Soteria Ebulu" userId="a794cbb7e2998bdf" providerId="LiveId" clId="{12FD4A33-BDB4-4ABC-A64B-96A4733A51AC}" dt="2024-04-10T19:08:38.066" v="8" actId="1582"/>
          <ac:cxnSpMkLst>
            <pc:docMk/>
            <pc:sldMk cId="329845561" sldId="263"/>
            <ac:cxnSpMk id="6" creationId="{8383786C-3127-4C13-65F4-EE8769476996}"/>
          </ac:cxnSpMkLst>
        </pc:cxnChg>
        <pc:cxnChg chg="mod">
          <ac:chgData name="Soteria Ebulu" userId="a794cbb7e2998bdf" providerId="LiveId" clId="{12FD4A33-BDB4-4ABC-A64B-96A4733A51AC}" dt="2024-04-10T19:08:38.066" v="8" actId="1582"/>
          <ac:cxnSpMkLst>
            <pc:docMk/>
            <pc:sldMk cId="329845561" sldId="263"/>
            <ac:cxnSpMk id="7" creationId="{08AFAA95-541B-F606-4B92-7CD369F96806}"/>
          </ac:cxnSpMkLst>
        </pc:cxnChg>
        <pc:cxnChg chg="mod">
          <ac:chgData name="Soteria Ebulu" userId="a794cbb7e2998bdf" providerId="LiveId" clId="{12FD4A33-BDB4-4ABC-A64B-96A4733A51AC}" dt="2024-04-10T19:08:38.066" v="8" actId="1582"/>
          <ac:cxnSpMkLst>
            <pc:docMk/>
            <pc:sldMk cId="329845561" sldId="263"/>
            <ac:cxnSpMk id="8" creationId="{997B77E2-B073-89A0-9940-4FD829AD5F99}"/>
          </ac:cxnSpMkLst>
        </pc:cxnChg>
        <pc:cxnChg chg="mod">
          <ac:chgData name="Soteria Ebulu" userId="a794cbb7e2998bdf" providerId="LiveId" clId="{12FD4A33-BDB4-4ABC-A64B-96A4733A51AC}" dt="2024-04-10T19:08:18.793" v="6" actId="1582"/>
          <ac:cxnSpMkLst>
            <pc:docMk/>
            <pc:sldMk cId="329845561" sldId="263"/>
            <ac:cxnSpMk id="9" creationId="{F4F700FE-5C7C-7DB5-424B-9D842BC5C8F5}"/>
          </ac:cxnSpMkLst>
        </pc:cxnChg>
        <pc:cxnChg chg="mod">
          <ac:chgData name="Soteria Ebulu" userId="a794cbb7e2998bdf" providerId="LiveId" clId="{12FD4A33-BDB4-4ABC-A64B-96A4733A51AC}" dt="2024-04-10T19:08:38.066" v="8" actId="1582"/>
          <ac:cxnSpMkLst>
            <pc:docMk/>
            <pc:sldMk cId="329845561" sldId="263"/>
            <ac:cxnSpMk id="10" creationId="{A7BDD0DA-6261-2DC5-163D-0CF93133E39B}"/>
          </ac:cxnSpMkLst>
        </pc:cxnChg>
      </pc:sldChg>
      <pc:sldChg chg="modSp mod ord">
        <pc:chgData name="Soteria Ebulu" userId="a794cbb7e2998bdf" providerId="LiveId" clId="{12FD4A33-BDB4-4ABC-A64B-96A4733A51AC}" dt="2024-04-10T22:37:41.336" v="90" actId="20577"/>
        <pc:sldMkLst>
          <pc:docMk/>
          <pc:sldMk cId="3424633138" sldId="264"/>
        </pc:sldMkLst>
        <pc:graphicFrameChg chg="mod">
          <ac:chgData name="Soteria Ebulu" userId="a794cbb7e2998bdf" providerId="LiveId" clId="{12FD4A33-BDB4-4ABC-A64B-96A4733A51AC}" dt="2024-04-10T22:37:41.336" v="90" actId="20577"/>
          <ac:graphicFrameMkLst>
            <pc:docMk/>
            <pc:sldMk cId="3424633138" sldId="264"/>
            <ac:graphicFrameMk id="6" creationId="{A07774A9-5188-5419-8134-DA630DA54673}"/>
          </ac:graphicFrameMkLst>
        </pc:graphicFrameChg>
      </pc:sldChg>
      <pc:sldChg chg="modSp mod">
        <pc:chgData name="Soteria Ebulu" userId="a794cbb7e2998bdf" providerId="LiveId" clId="{12FD4A33-BDB4-4ABC-A64B-96A4733A51AC}" dt="2024-04-10T22:59:56.893" v="241" actId="20577"/>
        <pc:sldMkLst>
          <pc:docMk/>
          <pc:sldMk cId="549995596" sldId="265"/>
        </pc:sldMkLst>
        <pc:spChg chg="mod">
          <ac:chgData name="Soteria Ebulu" userId="a794cbb7e2998bdf" providerId="LiveId" clId="{12FD4A33-BDB4-4ABC-A64B-96A4733A51AC}" dt="2024-04-10T22:59:56.893" v="241" actId="20577"/>
          <ac:spMkLst>
            <pc:docMk/>
            <pc:sldMk cId="549995596" sldId="265"/>
            <ac:spMk id="3" creationId="{D2B37B41-25C0-C931-CF12-4752BE018934}"/>
          </ac:spMkLst>
        </pc:spChg>
      </pc:sldChg>
      <pc:sldChg chg="modSp">
        <pc:chgData name="Soteria Ebulu" userId="a794cbb7e2998bdf" providerId="LiveId" clId="{12FD4A33-BDB4-4ABC-A64B-96A4733A51AC}" dt="2024-04-12T03:48:30.486" v="459" actId="313"/>
        <pc:sldMkLst>
          <pc:docMk/>
          <pc:sldMk cId="2657907166" sldId="266"/>
        </pc:sldMkLst>
        <pc:graphicFrameChg chg="mod">
          <ac:chgData name="Soteria Ebulu" userId="a794cbb7e2998bdf" providerId="LiveId" clId="{12FD4A33-BDB4-4ABC-A64B-96A4733A51AC}" dt="2024-04-12T03:48:30.486" v="459" actId="313"/>
          <ac:graphicFrameMkLst>
            <pc:docMk/>
            <pc:sldMk cId="2657907166" sldId="266"/>
            <ac:graphicFrameMk id="13" creationId="{950D8CB5-DC72-7A2A-F2B3-A7590BE8AC76}"/>
          </ac:graphicFrameMkLst>
        </pc:graphicFrameChg>
      </pc:sldChg>
      <pc:sldChg chg="addSp delSp modSp new mod">
        <pc:chgData name="Soteria Ebulu" userId="a794cbb7e2998bdf" providerId="LiveId" clId="{12FD4A33-BDB4-4ABC-A64B-96A4733A51AC}" dt="2024-04-11T19:48:54.478" v="275" actId="20577"/>
        <pc:sldMkLst>
          <pc:docMk/>
          <pc:sldMk cId="1587813904" sldId="267"/>
        </pc:sldMkLst>
        <pc:spChg chg="del">
          <ac:chgData name="Soteria Ebulu" userId="a794cbb7e2998bdf" providerId="LiveId" clId="{12FD4A33-BDB4-4ABC-A64B-96A4733A51AC}" dt="2024-04-10T22:36:43.615" v="66"/>
          <ac:spMkLst>
            <pc:docMk/>
            <pc:sldMk cId="1587813904" sldId="267"/>
            <ac:spMk id="3" creationId="{8FFC7ADC-ACFC-0670-DA94-E78651E30AC5}"/>
          </ac:spMkLst>
        </pc:spChg>
        <pc:graphicFrameChg chg="add mod">
          <ac:chgData name="Soteria Ebulu" userId="a794cbb7e2998bdf" providerId="LiveId" clId="{12FD4A33-BDB4-4ABC-A64B-96A4733A51AC}" dt="2024-04-11T19:48:54.478" v="275" actId="20577"/>
          <ac:graphicFrameMkLst>
            <pc:docMk/>
            <pc:sldMk cId="1587813904" sldId="267"/>
            <ac:graphicFrameMk id="4" creationId="{1CE50217-275A-7565-F348-00FECA1DC18A}"/>
          </ac:graphicFrameMkLst>
        </pc:graphicFrameChg>
      </pc:sldChg>
      <pc:sldChg chg="addSp delSp modSp new mod ord">
        <pc:chgData name="Soteria Ebulu" userId="a794cbb7e2998bdf" providerId="LiveId" clId="{12FD4A33-BDB4-4ABC-A64B-96A4733A51AC}" dt="2024-04-10T22:44:09.365" v="143" actId="207"/>
        <pc:sldMkLst>
          <pc:docMk/>
          <pc:sldMk cId="2235536367" sldId="268"/>
        </pc:sldMkLst>
        <pc:spChg chg="del">
          <ac:chgData name="Soteria Ebulu" userId="a794cbb7e2998bdf" providerId="LiveId" clId="{12FD4A33-BDB4-4ABC-A64B-96A4733A51AC}" dt="2024-04-10T22:37:58.266" v="92" actId="1957"/>
          <ac:spMkLst>
            <pc:docMk/>
            <pc:sldMk cId="2235536367" sldId="268"/>
            <ac:spMk id="3" creationId="{6F2FA995-8326-730B-B907-95E8DCA33A28}"/>
          </ac:spMkLst>
        </pc:spChg>
        <pc:spChg chg="add del mod">
          <ac:chgData name="Soteria Ebulu" userId="a794cbb7e2998bdf" providerId="LiveId" clId="{12FD4A33-BDB4-4ABC-A64B-96A4733A51AC}" dt="2024-04-10T22:42:24.816" v="114" actId="478"/>
          <ac:spMkLst>
            <pc:docMk/>
            <pc:sldMk cId="2235536367" sldId="268"/>
            <ac:spMk id="8" creationId="{52A73519-2F49-7EE7-F6E8-258D6C5CF265}"/>
          </ac:spMkLst>
        </pc:spChg>
        <pc:graphicFrameChg chg="add del mod">
          <ac:chgData name="Soteria Ebulu" userId="a794cbb7e2998bdf" providerId="LiveId" clId="{12FD4A33-BDB4-4ABC-A64B-96A4733A51AC}" dt="2024-04-10T22:44:09.365" v="143" actId="207"/>
          <ac:graphicFrameMkLst>
            <pc:docMk/>
            <pc:sldMk cId="2235536367" sldId="268"/>
            <ac:graphicFrameMk id="6" creationId="{58259C82-86A5-C0FB-D9CD-D796EC6116FD}"/>
          </ac:graphicFrameMkLst>
        </pc:graphicFrameChg>
      </pc:sldChg>
      <pc:sldChg chg="addSp delSp modSp new mod">
        <pc:chgData name="Soteria Ebulu" userId="a794cbb7e2998bdf" providerId="LiveId" clId="{12FD4A33-BDB4-4ABC-A64B-96A4733A51AC}" dt="2024-04-11T20:04:54.524" v="387" actId="20577"/>
        <pc:sldMkLst>
          <pc:docMk/>
          <pc:sldMk cId="1184011496" sldId="269"/>
        </pc:sldMkLst>
        <pc:spChg chg="mod">
          <ac:chgData name="Soteria Ebulu" userId="a794cbb7e2998bdf" providerId="LiveId" clId="{12FD4A33-BDB4-4ABC-A64B-96A4733A51AC}" dt="2024-04-11T20:04:54.524" v="387" actId="20577"/>
          <ac:spMkLst>
            <pc:docMk/>
            <pc:sldMk cId="1184011496" sldId="269"/>
            <ac:spMk id="2" creationId="{717468B9-01E4-11DA-E31B-A439C9B0E265}"/>
          </ac:spMkLst>
        </pc:spChg>
        <pc:spChg chg="del">
          <ac:chgData name="Soteria Ebulu" userId="a794cbb7e2998bdf" providerId="LiveId" clId="{12FD4A33-BDB4-4ABC-A64B-96A4733A51AC}" dt="2024-04-11T17:33:19.998" v="244" actId="1957"/>
          <ac:spMkLst>
            <pc:docMk/>
            <pc:sldMk cId="1184011496" sldId="269"/>
            <ac:spMk id="3" creationId="{8EC87BB3-918C-8A15-5F88-2F1A66465E51}"/>
          </ac:spMkLst>
        </pc:spChg>
        <pc:graphicFrameChg chg="add mod">
          <ac:chgData name="Soteria Ebulu" userId="a794cbb7e2998bdf" providerId="LiveId" clId="{12FD4A33-BDB4-4ABC-A64B-96A4733A51AC}" dt="2024-04-11T19:55:12.055" v="278"/>
          <ac:graphicFrameMkLst>
            <pc:docMk/>
            <pc:sldMk cId="1184011496" sldId="269"/>
            <ac:graphicFrameMk id="6" creationId="{DA532264-6D80-B53B-9D5D-1DA26991A9E4}"/>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826333936"/>
        <c:axId val="1826338256"/>
      </c:barChart>
      <c:catAx>
        <c:axId val="1826333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26338256"/>
        <c:crosses val="autoZero"/>
        <c:auto val="1"/>
        <c:lblAlgn val="ctr"/>
        <c:lblOffset val="100"/>
        <c:noMultiLvlLbl val="0"/>
      </c:catAx>
      <c:valAx>
        <c:axId val="18263382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26333936"/>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CA" dirty="0"/>
              <a:t>View</a:t>
            </a:r>
            <a:r>
              <a:rPr lang="en-CA" baseline="0" dirty="0"/>
              <a:t> Count </a:t>
            </a:r>
            <a:r>
              <a:rPr lang="en-CA" dirty="0"/>
              <a:t>Engagements</a:t>
            </a:r>
            <a:r>
              <a:rPr lang="en-CA" baseline="0" dirty="0"/>
              <a:t> of YouTube videos for the movie </a:t>
            </a:r>
            <a:r>
              <a:rPr lang="en-CA" baseline="0" dirty="0" err="1"/>
              <a:t>velma</a:t>
            </a:r>
            <a:r>
              <a:rPr lang="en-CA" baseline="0" dirty="0"/>
              <a:t> </a:t>
            </a:r>
            <a:endParaRPr lang="en-CA"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Sum of view count </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Honest Trailers Velma</c:v>
                </c:pt>
                <c:pt idx="1">
                  <c:v>Ok, Velma is worse than I thought </c:v>
                </c:pt>
                <c:pt idx="2">
                  <c:v>Velma  Official Teaser    HBO</c:v>
                </c:pt>
                <c:pt idx="3">
                  <c:v>Velma  Official Trailer   HBO</c:v>
                </c:pt>
              </c:strCache>
            </c:strRef>
          </c:cat>
          <c:val>
            <c:numRef>
              <c:f>Sheet1!$B$2:$B$6</c:f>
              <c:numCache>
                <c:formatCode>#,##0</c:formatCode>
                <c:ptCount val="5"/>
                <c:pt idx="0">
                  <c:v>6736142</c:v>
                </c:pt>
                <c:pt idx="1">
                  <c:v>3838602</c:v>
                </c:pt>
                <c:pt idx="2">
                  <c:v>8204059</c:v>
                </c:pt>
                <c:pt idx="3">
                  <c:v>31198652</c:v>
                </c:pt>
                <c:pt idx="4" formatCode="General">
                  <c:v>0</c:v>
                </c:pt>
              </c:numCache>
            </c:numRef>
          </c:val>
          <c:extLst>
            <c:ext xmlns:c16="http://schemas.microsoft.com/office/drawing/2014/chart" uri="{C3380CC4-5D6E-409C-BE32-E72D297353CC}">
              <c16:uniqueId val="{00000000-9674-47DD-A53B-BB601A3C37B0}"/>
            </c:ext>
          </c:extLst>
        </c:ser>
        <c:dLbls>
          <c:showLegendKey val="0"/>
          <c:showVal val="0"/>
          <c:showCatName val="0"/>
          <c:showSerName val="0"/>
          <c:showPercent val="0"/>
          <c:showBubbleSize val="0"/>
        </c:dLbls>
        <c:gapWidth val="219"/>
        <c:axId val="1263521632"/>
        <c:axId val="1263509632"/>
      </c:barChart>
      <c:catAx>
        <c:axId val="1263521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3509632"/>
        <c:crosses val="autoZero"/>
        <c:auto val="1"/>
        <c:lblAlgn val="ctr"/>
        <c:lblOffset val="100"/>
        <c:noMultiLvlLbl val="0"/>
      </c:catAx>
      <c:valAx>
        <c:axId val="126350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3521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en-CA" dirty="0"/>
              <a:t>Like</a:t>
            </a:r>
            <a:r>
              <a:rPr lang="en-CA" baseline="0" dirty="0"/>
              <a:t> </a:t>
            </a:r>
            <a:r>
              <a:rPr lang="en-CA" sz="1862" b="0" i="0" u="none" strike="noStrike" kern="1200" spc="0" baseline="0" dirty="0">
                <a:solidFill>
                  <a:prstClr val="black">
                    <a:lumMod val="65000"/>
                    <a:lumOff val="35000"/>
                  </a:prstClr>
                </a:solidFill>
              </a:rPr>
              <a:t>Count Engagements of YouTube videos for the movie </a:t>
            </a:r>
            <a:r>
              <a:rPr lang="en-CA" sz="1862" b="0" i="0" u="none" strike="noStrike" kern="1200" spc="0" baseline="0" dirty="0" err="1">
                <a:solidFill>
                  <a:prstClr val="black">
                    <a:lumMod val="65000"/>
                    <a:lumOff val="35000"/>
                  </a:prstClr>
                </a:solidFill>
              </a:rPr>
              <a:t>velma</a:t>
            </a:r>
            <a:r>
              <a:rPr lang="en-CA" sz="1862" b="0" i="0" u="none" strike="noStrike" kern="1200" spc="0" baseline="0" dirty="0">
                <a:solidFill>
                  <a:prstClr val="black">
                    <a:lumMod val="65000"/>
                    <a:lumOff val="35000"/>
                  </a:prstClr>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solidFill>
                  <a:prstClr val="black">
                    <a:lumMod val="65000"/>
                    <a:lumOff val="35000"/>
                  </a:prstClr>
                </a:solidFill>
              </a:defRPr>
            </a:pPr>
            <a:endParaRPr lang="en-CA"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Sum of Like </c:v>
                </c:pt>
              </c:strCache>
            </c:strRef>
          </c:tx>
          <c:spPr>
            <a:solidFill>
              <a:schemeClr val="tx2">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Honest Trailers Velma</c:v>
                </c:pt>
                <c:pt idx="1">
                  <c:v>Ok, Velma is worse than I thought </c:v>
                </c:pt>
                <c:pt idx="2">
                  <c:v>Velma Official Teaser HBO</c:v>
                </c:pt>
                <c:pt idx="3">
                  <c:v>Velma Official Trailer HBO</c:v>
                </c:pt>
              </c:strCache>
            </c:strRef>
          </c:cat>
          <c:val>
            <c:numRef>
              <c:f>Sheet1!$B$2:$B$5</c:f>
              <c:numCache>
                <c:formatCode>#,##0</c:formatCode>
                <c:ptCount val="4"/>
                <c:pt idx="0">
                  <c:v>339207</c:v>
                </c:pt>
                <c:pt idx="1">
                  <c:v>201301</c:v>
                </c:pt>
                <c:pt idx="2">
                  <c:v>143048</c:v>
                </c:pt>
                <c:pt idx="3">
                  <c:v>45812</c:v>
                </c:pt>
              </c:numCache>
            </c:numRef>
          </c:val>
          <c:extLst>
            <c:ext xmlns:c16="http://schemas.microsoft.com/office/drawing/2014/chart" uri="{C3380CC4-5D6E-409C-BE32-E72D297353CC}">
              <c16:uniqueId val="{00000000-89F8-4B69-8B8B-E2D167834686}"/>
            </c:ext>
          </c:extLst>
        </c:ser>
        <c:dLbls>
          <c:showLegendKey val="0"/>
          <c:showVal val="0"/>
          <c:showCatName val="0"/>
          <c:showSerName val="0"/>
          <c:showPercent val="0"/>
          <c:showBubbleSize val="0"/>
        </c:dLbls>
        <c:gapWidth val="219"/>
        <c:overlap val="-27"/>
        <c:axId val="1826333936"/>
        <c:axId val="1826338256"/>
      </c:barChart>
      <c:catAx>
        <c:axId val="1826333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26338256"/>
        <c:crosses val="autoZero"/>
        <c:auto val="1"/>
        <c:lblAlgn val="ctr"/>
        <c:lblOffset val="100"/>
        <c:noMultiLvlLbl val="0"/>
      </c:catAx>
      <c:valAx>
        <c:axId val="18263382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26333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en-CA" sz="1862" b="0" i="0" u="none" strike="noStrike" kern="1200" spc="0" baseline="0" dirty="0">
                <a:solidFill>
                  <a:prstClr val="black">
                    <a:lumMod val="65000"/>
                    <a:lumOff val="35000"/>
                  </a:prstClr>
                </a:solidFill>
              </a:rPr>
              <a:t>Comment Count Engagements of YouTube videos for the movie </a:t>
            </a:r>
            <a:r>
              <a:rPr lang="en-CA" sz="1862" b="0" i="0" u="none" strike="noStrike" kern="1200" spc="0" baseline="0" dirty="0" err="1">
                <a:solidFill>
                  <a:prstClr val="black">
                    <a:lumMod val="65000"/>
                    <a:lumOff val="35000"/>
                  </a:prstClr>
                </a:solidFill>
              </a:rPr>
              <a:t>velma</a:t>
            </a:r>
            <a:r>
              <a:rPr lang="en-CA" sz="1862" b="0" i="0" u="none" strike="noStrike" kern="1200" spc="0" baseline="0" dirty="0">
                <a:solidFill>
                  <a:prstClr val="black">
                    <a:lumMod val="65000"/>
                    <a:lumOff val="35000"/>
                  </a:prstClr>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solidFill>
                  <a:prstClr val="black">
                    <a:lumMod val="65000"/>
                    <a:lumOff val="35000"/>
                  </a:prstClr>
                </a:solidFill>
              </a:defRPr>
            </a:pPr>
            <a:endParaRPr lang="en-CA"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Sum of comments </c:v>
                </c:pt>
              </c:strCache>
            </c:strRef>
          </c:tx>
          <c:spPr>
            <a:solidFill>
              <a:srgbClr val="FF33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Honest Trailers Velma</c:v>
                </c:pt>
                <c:pt idx="1">
                  <c:v>Ok, Velma is worse than I thought </c:v>
                </c:pt>
                <c:pt idx="2">
                  <c:v>Velma Official Teaser HBO</c:v>
                </c:pt>
                <c:pt idx="3">
                  <c:v>Velma Official Trailer HBO</c:v>
                </c:pt>
              </c:strCache>
            </c:strRef>
          </c:cat>
          <c:val>
            <c:numRef>
              <c:f>Sheet1!$B$2:$B$5</c:f>
              <c:numCache>
                <c:formatCode>#,##0</c:formatCode>
                <c:ptCount val="4"/>
                <c:pt idx="0">
                  <c:v>37478</c:v>
                </c:pt>
                <c:pt idx="1">
                  <c:v>32767</c:v>
                </c:pt>
                <c:pt idx="2">
                  <c:v>96113</c:v>
                </c:pt>
                <c:pt idx="3" formatCode="General">
                  <c:v>0</c:v>
                </c:pt>
              </c:numCache>
            </c:numRef>
          </c:val>
          <c:extLst>
            <c:ext xmlns:c16="http://schemas.microsoft.com/office/drawing/2014/chart" uri="{C3380CC4-5D6E-409C-BE32-E72D297353CC}">
              <c16:uniqueId val="{00000000-10FF-42C8-AD35-1FF8663C8B53}"/>
            </c:ext>
          </c:extLst>
        </c:ser>
        <c:ser>
          <c:idx val="1"/>
          <c:order val="1"/>
          <c:tx>
            <c:strRef>
              <c:f>Sheet1!$C$1</c:f>
              <c:strCache>
                <c:ptCount val="1"/>
              </c:strCache>
            </c:strRef>
          </c:tx>
          <c:spPr>
            <a:solidFill>
              <a:schemeClr val="accent2"/>
            </a:solidFill>
            <a:ln>
              <a:noFill/>
            </a:ln>
            <a:effectLst/>
          </c:spPr>
          <c:invertIfNegative val="0"/>
          <c:cat>
            <c:strRef>
              <c:f>Sheet1!$A$2:$A$5</c:f>
              <c:strCache>
                <c:ptCount val="4"/>
                <c:pt idx="0">
                  <c:v>Honest Trailers Velma</c:v>
                </c:pt>
                <c:pt idx="1">
                  <c:v>Ok, Velma is worse than I thought </c:v>
                </c:pt>
                <c:pt idx="2">
                  <c:v>Velma Official Teaser HBO</c:v>
                </c:pt>
                <c:pt idx="3">
                  <c:v>Velma Official Trailer HBO</c:v>
                </c:pt>
              </c:strCache>
            </c:strRef>
          </c:cat>
          <c:val>
            <c:numRef>
              <c:f>Sheet1!$C$2:$C$5</c:f>
              <c:numCache>
                <c:formatCode>General</c:formatCode>
                <c:ptCount val="4"/>
              </c:numCache>
            </c:numRef>
          </c:val>
          <c:extLst>
            <c:ext xmlns:c16="http://schemas.microsoft.com/office/drawing/2014/chart" uri="{C3380CC4-5D6E-409C-BE32-E72D297353CC}">
              <c16:uniqueId val="{00000001-10FF-42C8-AD35-1FF8663C8B53}"/>
            </c:ext>
          </c:extLst>
        </c:ser>
        <c:ser>
          <c:idx val="2"/>
          <c:order val="2"/>
          <c:tx>
            <c:strRef>
              <c:f>Sheet1!$D$1</c:f>
              <c:strCache>
                <c:ptCount val="1"/>
              </c:strCache>
            </c:strRef>
          </c:tx>
          <c:spPr>
            <a:solidFill>
              <a:schemeClr val="accent3"/>
            </a:solidFill>
            <a:ln>
              <a:noFill/>
            </a:ln>
            <a:effectLst/>
          </c:spPr>
          <c:invertIfNegative val="0"/>
          <c:cat>
            <c:strRef>
              <c:f>Sheet1!$A$2:$A$5</c:f>
              <c:strCache>
                <c:ptCount val="4"/>
                <c:pt idx="0">
                  <c:v>Honest Trailers Velma</c:v>
                </c:pt>
                <c:pt idx="1">
                  <c:v>Ok, Velma is worse than I thought </c:v>
                </c:pt>
                <c:pt idx="2">
                  <c:v>Velma Official Teaser HBO</c:v>
                </c:pt>
                <c:pt idx="3">
                  <c:v>Velma Official Trailer HBO</c:v>
                </c:pt>
              </c:strCache>
            </c:strRef>
          </c:cat>
          <c:val>
            <c:numRef>
              <c:f>Sheet1!$D$2:$D$5</c:f>
              <c:numCache>
                <c:formatCode>General</c:formatCode>
                <c:ptCount val="4"/>
              </c:numCache>
            </c:numRef>
          </c:val>
          <c:extLst>
            <c:ext xmlns:c16="http://schemas.microsoft.com/office/drawing/2014/chart" uri="{C3380CC4-5D6E-409C-BE32-E72D297353CC}">
              <c16:uniqueId val="{00000002-10FF-42C8-AD35-1FF8663C8B53}"/>
            </c:ext>
          </c:extLst>
        </c:ser>
        <c:dLbls>
          <c:showLegendKey val="0"/>
          <c:showVal val="0"/>
          <c:showCatName val="0"/>
          <c:showSerName val="0"/>
          <c:showPercent val="0"/>
          <c:showBubbleSize val="0"/>
        </c:dLbls>
        <c:gapWidth val="219"/>
        <c:overlap val="-27"/>
        <c:axId val="1856050816"/>
        <c:axId val="1856054176"/>
      </c:barChart>
      <c:catAx>
        <c:axId val="1856050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6054176"/>
        <c:crosses val="autoZero"/>
        <c:auto val="1"/>
        <c:lblAlgn val="ctr"/>
        <c:lblOffset val="100"/>
        <c:noMultiLvlLbl val="0"/>
      </c:catAx>
      <c:valAx>
        <c:axId val="185605417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6050816"/>
        <c:crosses val="autoZero"/>
        <c:crossBetween val="between"/>
      </c:valAx>
      <c:spPr>
        <a:noFill/>
        <a:ln>
          <a:noFill/>
        </a:ln>
        <a:effectLst/>
      </c:spPr>
    </c:plotArea>
    <c:legend>
      <c:legendPos val="b"/>
      <c:legendEntry>
        <c:idx val="1"/>
        <c:delete val="1"/>
      </c:legendEntry>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Sum of view </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Honest Trailers Velma</c:v>
                </c:pt>
                <c:pt idx="1">
                  <c:v>Ok, Velma is worse than I thought </c:v>
                </c:pt>
                <c:pt idx="2">
                  <c:v>Velma Official Teaser HBO</c:v>
                </c:pt>
                <c:pt idx="3">
                  <c:v>Velma Official Trailer HBO</c:v>
                </c:pt>
              </c:strCache>
            </c:strRef>
          </c:cat>
          <c:val>
            <c:numRef>
              <c:f>Sheet1!$B$2:$B$5</c:f>
              <c:numCache>
                <c:formatCode>#,##0</c:formatCode>
                <c:ptCount val="4"/>
                <c:pt idx="0">
                  <c:v>6736142</c:v>
                </c:pt>
                <c:pt idx="1">
                  <c:v>3838602</c:v>
                </c:pt>
                <c:pt idx="2">
                  <c:v>8204059</c:v>
                </c:pt>
                <c:pt idx="3">
                  <c:v>31198652</c:v>
                </c:pt>
              </c:numCache>
            </c:numRef>
          </c:val>
          <c:extLst>
            <c:ext xmlns:c16="http://schemas.microsoft.com/office/drawing/2014/chart" uri="{C3380CC4-5D6E-409C-BE32-E72D297353CC}">
              <c16:uniqueId val="{00000000-A2CC-403B-B502-E2CA52B429CF}"/>
            </c:ext>
          </c:extLst>
        </c:ser>
        <c:ser>
          <c:idx val="1"/>
          <c:order val="1"/>
          <c:tx>
            <c:strRef>
              <c:f>Sheet1!$C$1</c:f>
              <c:strCache>
                <c:ptCount val="1"/>
                <c:pt idx="0">
                  <c:v>Sum of Likes</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Honest Trailers Velma</c:v>
                </c:pt>
                <c:pt idx="1">
                  <c:v>Ok, Velma is worse than I thought </c:v>
                </c:pt>
                <c:pt idx="2">
                  <c:v>Velma Official Teaser HBO</c:v>
                </c:pt>
                <c:pt idx="3">
                  <c:v>Velma Official Trailer HBO</c:v>
                </c:pt>
              </c:strCache>
            </c:strRef>
          </c:cat>
          <c:val>
            <c:numRef>
              <c:f>Sheet1!$C$2:$C$5</c:f>
              <c:numCache>
                <c:formatCode>#,##0</c:formatCode>
                <c:ptCount val="4"/>
                <c:pt idx="0">
                  <c:v>339207</c:v>
                </c:pt>
                <c:pt idx="1">
                  <c:v>201301</c:v>
                </c:pt>
                <c:pt idx="2">
                  <c:v>143048</c:v>
                </c:pt>
                <c:pt idx="3">
                  <c:v>45812</c:v>
                </c:pt>
              </c:numCache>
            </c:numRef>
          </c:val>
          <c:extLst>
            <c:ext xmlns:c16="http://schemas.microsoft.com/office/drawing/2014/chart" uri="{C3380CC4-5D6E-409C-BE32-E72D297353CC}">
              <c16:uniqueId val="{00000001-A2CC-403B-B502-E2CA52B429CF}"/>
            </c:ext>
          </c:extLst>
        </c:ser>
        <c:ser>
          <c:idx val="2"/>
          <c:order val="2"/>
          <c:tx>
            <c:strRef>
              <c:f>Sheet1!$D$1</c:f>
              <c:strCache>
                <c:ptCount val="1"/>
                <c:pt idx="0">
                  <c:v>Sum of comments</c:v>
                </c:pt>
              </c:strCache>
            </c:strRef>
          </c:tx>
          <c:spPr>
            <a:solidFill>
              <a:srgbClr val="FF33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Honest Trailers Velma</c:v>
                </c:pt>
                <c:pt idx="1">
                  <c:v>Ok, Velma is worse than I thought </c:v>
                </c:pt>
                <c:pt idx="2">
                  <c:v>Velma Official Teaser HBO</c:v>
                </c:pt>
                <c:pt idx="3">
                  <c:v>Velma Official Trailer HBO</c:v>
                </c:pt>
              </c:strCache>
            </c:strRef>
          </c:cat>
          <c:val>
            <c:numRef>
              <c:f>Sheet1!$D$2:$D$5</c:f>
              <c:numCache>
                <c:formatCode>#,##0</c:formatCode>
                <c:ptCount val="4"/>
                <c:pt idx="0">
                  <c:v>37478</c:v>
                </c:pt>
                <c:pt idx="1">
                  <c:v>32767</c:v>
                </c:pt>
                <c:pt idx="2">
                  <c:v>96113</c:v>
                </c:pt>
                <c:pt idx="3" formatCode="General">
                  <c:v>0</c:v>
                </c:pt>
              </c:numCache>
            </c:numRef>
          </c:val>
          <c:extLst>
            <c:ext xmlns:c16="http://schemas.microsoft.com/office/drawing/2014/chart" uri="{C3380CC4-5D6E-409C-BE32-E72D297353CC}">
              <c16:uniqueId val="{00000002-A2CC-403B-B502-E2CA52B429CF}"/>
            </c:ext>
          </c:extLst>
        </c:ser>
        <c:dLbls>
          <c:dLblPos val="outEnd"/>
          <c:showLegendKey val="0"/>
          <c:showVal val="1"/>
          <c:showCatName val="0"/>
          <c:showSerName val="0"/>
          <c:showPercent val="0"/>
          <c:showBubbleSize val="0"/>
        </c:dLbls>
        <c:gapWidth val="219"/>
        <c:axId val="1450584224"/>
        <c:axId val="1450601984"/>
      </c:barChart>
      <c:catAx>
        <c:axId val="14505842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50601984"/>
        <c:crosses val="autoZero"/>
        <c:auto val="1"/>
        <c:lblAlgn val="ctr"/>
        <c:lblOffset val="100"/>
        <c:noMultiLvlLbl val="0"/>
      </c:catAx>
      <c:valAx>
        <c:axId val="1450601984"/>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50584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1D2F54-DF8D-4514-AD4E-E6CA4C8F72ED}" type="doc">
      <dgm:prSet loTypeId="urn:microsoft.com/office/officeart/2016/7/layout/LinearBlockProcessNumbered" loCatId="process" qsTypeId="urn:microsoft.com/office/officeart/2005/8/quickstyle/simple1" qsCatId="simple" csTypeId="urn:microsoft.com/office/officeart/2005/8/colors/accent1_2" csCatId="accent1" phldr="1"/>
      <dgm:spPr/>
      <dgm:t>
        <a:bodyPr/>
        <a:lstStyle/>
        <a:p>
          <a:endParaRPr lang="en-US"/>
        </a:p>
      </dgm:t>
    </dgm:pt>
    <dgm:pt modelId="{E562C963-4894-4C2D-BCD1-7920ACA5BDCF}">
      <dgm:prSet/>
      <dgm:spPr>
        <a:solidFill>
          <a:schemeClr val="tx1">
            <a:lumMod val="50000"/>
            <a:lumOff val="50000"/>
          </a:schemeClr>
        </a:solidFill>
      </dgm:spPr>
      <dgm:t>
        <a:bodyPr/>
        <a:lstStyle/>
        <a:p>
          <a:r>
            <a:rPr lang="en-CA" dirty="0"/>
            <a:t>The film being used for this analysis is Velma.  The data provided had movie trailers and teasers of the Velma movie under the film and animation category.</a:t>
          </a:r>
          <a:endParaRPr lang="en-US" dirty="0"/>
        </a:p>
      </dgm:t>
    </dgm:pt>
    <dgm:pt modelId="{F497574A-2245-4161-8BE8-FA88427A6438}" type="parTrans" cxnId="{0989123B-CB4B-411E-AEC6-E4DA7C7A8A4D}">
      <dgm:prSet/>
      <dgm:spPr/>
      <dgm:t>
        <a:bodyPr/>
        <a:lstStyle/>
        <a:p>
          <a:endParaRPr lang="en-US"/>
        </a:p>
      </dgm:t>
    </dgm:pt>
    <dgm:pt modelId="{DF6528B3-D1FE-4B1B-96BF-D88835924679}" type="sibTrans" cxnId="{0989123B-CB4B-411E-AEC6-E4DA7C7A8A4D}">
      <dgm:prSet phldrT="01"/>
      <dgm:spPr/>
      <dgm:t>
        <a:bodyPr/>
        <a:lstStyle/>
        <a:p>
          <a:r>
            <a:rPr lang="en-US"/>
            <a:t>01</a:t>
          </a:r>
        </a:p>
      </dgm:t>
    </dgm:pt>
    <dgm:pt modelId="{2FC893F7-615C-4E83-BFC6-E404C2BB34E3}">
      <dgm:prSet/>
      <dgm:spPr>
        <a:solidFill>
          <a:schemeClr val="tx1">
            <a:lumMod val="50000"/>
            <a:lumOff val="50000"/>
          </a:schemeClr>
        </a:solidFill>
      </dgm:spPr>
      <dgm:t>
        <a:bodyPr/>
        <a:lstStyle/>
        <a:p>
          <a:r>
            <a:rPr lang="en-CA" dirty="0"/>
            <a:t>A couple of youtubers created videos about the new release on HBO. Some gave their honest reviews, both positive and negative and other YouTube channels had the trailer and teaser for the movie.</a:t>
          </a:r>
          <a:endParaRPr lang="en-US" dirty="0"/>
        </a:p>
      </dgm:t>
    </dgm:pt>
    <dgm:pt modelId="{4118F90C-4C0C-431D-B4D6-269192065DE5}" type="parTrans" cxnId="{38A8FF1A-F6E9-4CE5-9715-E96D91D83FE9}">
      <dgm:prSet/>
      <dgm:spPr/>
      <dgm:t>
        <a:bodyPr/>
        <a:lstStyle/>
        <a:p>
          <a:endParaRPr lang="en-US"/>
        </a:p>
      </dgm:t>
    </dgm:pt>
    <dgm:pt modelId="{7DE314C4-A7EE-41AA-941A-6B5129E5D70A}" type="sibTrans" cxnId="{38A8FF1A-F6E9-4CE5-9715-E96D91D83FE9}">
      <dgm:prSet phldrT="02"/>
      <dgm:spPr/>
      <dgm:t>
        <a:bodyPr/>
        <a:lstStyle/>
        <a:p>
          <a:r>
            <a:rPr lang="en-US"/>
            <a:t>02</a:t>
          </a:r>
        </a:p>
      </dgm:t>
    </dgm:pt>
    <dgm:pt modelId="{900344B9-CDC8-4CAA-8D45-987ACF101E21}">
      <dgm:prSet/>
      <dgm:spPr>
        <a:solidFill>
          <a:schemeClr val="tx1">
            <a:lumMod val="50000"/>
            <a:lumOff val="50000"/>
          </a:schemeClr>
        </a:solidFill>
      </dgm:spPr>
      <dgm:t>
        <a:bodyPr/>
        <a:lstStyle/>
        <a:p>
          <a:r>
            <a:rPr lang="en-CA" dirty="0"/>
            <a:t>With the engagement on all these YouTube videos, I became intrigued by the difference in the number of views and likes each video had.</a:t>
          </a:r>
          <a:endParaRPr lang="en-US" dirty="0"/>
        </a:p>
      </dgm:t>
    </dgm:pt>
    <dgm:pt modelId="{0FDC9497-E591-41C9-8887-56853DF80347}" type="parTrans" cxnId="{278ED977-F60F-4B83-B343-E7BC71890D2D}">
      <dgm:prSet/>
      <dgm:spPr/>
      <dgm:t>
        <a:bodyPr/>
        <a:lstStyle/>
        <a:p>
          <a:endParaRPr lang="en-US"/>
        </a:p>
      </dgm:t>
    </dgm:pt>
    <dgm:pt modelId="{DB660AFE-9B2B-49BE-B79C-E3F4E502B1EB}" type="sibTrans" cxnId="{278ED977-F60F-4B83-B343-E7BC71890D2D}">
      <dgm:prSet phldrT="03"/>
      <dgm:spPr/>
      <dgm:t>
        <a:bodyPr/>
        <a:lstStyle/>
        <a:p>
          <a:r>
            <a:rPr lang="en-US"/>
            <a:t>03</a:t>
          </a:r>
        </a:p>
      </dgm:t>
    </dgm:pt>
    <dgm:pt modelId="{53C8AF48-99A0-49EA-8558-0F7ADD3EF692}" type="pres">
      <dgm:prSet presAssocID="{E11D2F54-DF8D-4514-AD4E-E6CA4C8F72ED}" presName="Name0" presStyleCnt="0">
        <dgm:presLayoutVars>
          <dgm:animLvl val="lvl"/>
          <dgm:resizeHandles val="exact"/>
        </dgm:presLayoutVars>
      </dgm:prSet>
      <dgm:spPr/>
    </dgm:pt>
    <dgm:pt modelId="{665F7B35-D11F-4B10-B41C-B287ABE76DB9}" type="pres">
      <dgm:prSet presAssocID="{E562C963-4894-4C2D-BCD1-7920ACA5BDCF}" presName="compositeNode" presStyleCnt="0">
        <dgm:presLayoutVars>
          <dgm:bulletEnabled val="1"/>
        </dgm:presLayoutVars>
      </dgm:prSet>
      <dgm:spPr/>
    </dgm:pt>
    <dgm:pt modelId="{B4A01FE5-EEBD-4B15-870A-9563F8754583}" type="pres">
      <dgm:prSet presAssocID="{E562C963-4894-4C2D-BCD1-7920ACA5BDCF}" presName="bgRect" presStyleLbl="alignNode1" presStyleIdx="0" presStyleCnt="3"/>
      <dgm:spPr/>
    </dgm:pt>
    <dgm:pt modelId="{634B85F6-FCAE-4ABB-9E14-EE4DAF11524C}" type="pres">
      <dgm:prSet presAssocID="{DF6528B3-D1FE-4B1B-96BF-D88835924679}" presName="sibTransNodeRect" presStyleLbl="alignNode1" presStyleIdx="0" presStyleCnt="3">
        <dgm:presLayoutVars>
          <dgm:chMax val="0"/>
          <dgm:bulletEnabled val="1"/>
        </dgm:presLayoutVars>
      </dgm:prSet>
      <dgm:spPr/>
    </dgm:pt>
    <dgm:pt modelId="{A04C9FB1-9F6B-4438-BA15-3DCE6989B5D2}" type="pres">
      <dgm:prSet presAssocID="{E562C963-4894-4C2D-BCD1-7920ACA5BDCF}" presName="nodeRect" presStyleLbl="alignNode1" presStyleIdx="0" presStyleCnt="3">
        <dgm:presLayoutVars>
          <dgm:bulletEnabled val="1"/>
        </dgm:presLayoutVars>
      </dgm:prSet>
      <dgm:spPr/>
    </dgm:pt>
    <dgm:pt modelId="{6F68160F-95F8-4D5F-9EE1-769BCAD511FA}" type="pres">
      <dgm:prSet presAssocID="{DF6528B3-D1FE-4B1B-96BF-D88835924679}" presName="sibTrans" presStyleCnt="0"/>
      <dgm:spPr/>
    </dgm:pt>
    <dgm:pt modelId="{D857EE20-181F-4C7A-96C3-13CB04C15F07}" type="pres">
      <dgm:prSet presAssocID="{2FC893F7-615C-4E83-BFC6-E404C2BB34E3}" presName="compositeNode" presStyleCnt="0">
        <dgm:presLayoutVars>
          <dgm:bulletEnabled val="1"/>
        </dgm:presLayoutVars>
      </dgm:prSet>
      <dgm:spPr/>
    </dgm:pt>
    <dgm:pt modelId="{713BF719-BC21-42D0-9753-E9835AFC865F}" type="pres">
      <dgm:prSet presAssocID="{2FC893F7-615C-4E83-BFC6-E404C2BB34E3}" presName="bgRect" presStyleLbl="alignNode1" presStyleIdx="1" presStyleCnt="3"/>
      <dgm:spPr/>
    </dgm:pt>
    <dgm:pt modelId="{B8E04913-53DC-4F9B-A0B9-F5E94964835F}" type="pres">
      <dgm:prSet presAssocID="{7DE314C4-A7EE-41AA-941A-6B5129E5D70A}" presName="sibTransNodeRect" presStyleLbl="alignNode1" presStyleIdx="1" presStyleCnt="3">
        <dgm:presLayoutVars>
          <dgm:chMax val="0"/>
          <dgm:bulletEnabled val="1"/>
        </dgm:presLayoutVars>
      </dgm:prSet>
      <dgm:spPr/>
    </dgm:pt>
    <dgm:pt modelId="{4EE78172-D43C-483D-AB16-DE2E86693C3D}" type="pres">
      <dgm:prSet presAssocID="{2FC893F7-615C-4E83-BFC6-E404C2BB34E3}" presName="nodeRect" presStyleLbl="alignNode1" presStyleIdx="1" presStyleCnt="3">
        <dgm:presLayoutVars>
          <dgm:bulletEnabled val="1"/>
        </dgm:presLayoutVars>
      </dgm:prSet>
      <dgm:spPr/>
    </dgm:pt>
    <dgm:pt modelId="{2BC35B1D-450E-4FD9-9D4C-34E60C0246DF}" type="pres">
      <dgm:prSet presAssocID="{7DE314C4-A7EE-41AA-941A-6B5129E5D70A}" presName="sibTrans" presStyleCnt="0"/>
      <dgm:spPr/>
    </dgm:pt>
    <dgm:pt modelId="{EC4F79EC-BFF6-4727-BD83-CF9CEEFC8E74}" type="pres">
      <dgm:prSet presAssocID="{900344B9-CDC8-4CAA-8D45-987ACF101E21}" presName="compositeNode" presStyleCnt="0">
        <dgm:presLayoutVars>
          <dgm:bulletEnabled val="1"/>
        </dgm:presLayoutVars>
      </dgm:prSet>
      <dgm:spPr/>
    </dgm:pt>
    <dgm:pt modelId="{5DF4A99A-4321-49D4-B6E2-A8343E30A6E6}" type="pres">
      <dgm:prSet presAssocID="{900344B9-CDC8-4CAA-8D45-987ACF101E21}" presName="bgRect" presStyleLbl="alignNode1" presStyleIdx="2" presStyleCnt="3"/>
      <dgm:spPr/>
    </dgm:pt>
    <dgm:pt modelId="{D5A49F2E-591F-4861-8EB4-114C2E8CF3F7}" type="pres">
      <dgm:prSet presAssocID="{DB660AFE-9B2B-49BE-B79C-E3F4E502B1EB}" presName="sibTransNodeRect" presStyleLbl="alignNode1" presStyleIdx="2" presStyleCnt="3">
        <dgm:presLayoutVars>
          <dgm:chMax val="0"/>
          <dgm:bulletEnabled val="1"/>
        </dgm:presLayoutVars>
      </dgm:prSet>
      <dgm:spPr/>
    </dgm:pt>
    <dgm:pt modelId="{713F8900-D25A-46CD-B7BA-6922CB158168}" type="pres">
      <dgm:prSet presAssocID="{900344B9-CDC8-4CAA-8D45-987ACF101E21}" presName="nodeRect" presStyleLbl="alignNode1" presStyleIdx="2" presStyleCnt="3">
        <dgm:presLayoutVars>
          <dgm:bulletEnabled val="1"/>
        </dgm:presLayoutVars>
      </dgm:prSet>
      <dgm:spPr/>
    </dgm:pt>
  </dgm:ptLst>
  <dgm:cxnLst>
    <dgm:cxn modelId="{708E1001-D6B5-4BE3-9621-D9BAEEC9F1AA}" type="presOf" srcId="{900344B9-CDC8-4CAA-8D45-987ACF101E21}" destId="{713F8900-D25A-46CD-B7BA-6922CB158168}" srcOrd="1" destOrd="0" presId="urn:microsoft.com/office/officeart/2016/7/layout/LinearBlockProcessNumbered"/>
    <dgm:cxn modelId="{583C890C-4B14-4BA4-8793-266E4BFD2FAE}" type="presOf" srcId="{7DE314C4-A7EE-41AA-941A-6B5129E5D70A}" destId="{B8E04913-53DC-4F9B-A0B9-F5E94964835F}" srcOrd="0" destOrd="0" presId="urn:microsoft.com/office/officeart/2016/7/layout/LinearBlockProcessNumbered"/>
    <dgm:cxn modelId="{38A8FF1A-F6E9-4CE5-9715-E96D91D83FE9}" srcId="{E11D2F54-DF8D-4514-AD4E-E6CA4C8F72ED}" destId="{2FC893F7-615C-4E83-BFC6-E404C2BB34E3}" srcOrd="1" destOrd="0" parTransId="{4118F90C-4C0C-431D-B4D6-269192065DE5}" sibTransId="{7DE314C4-A7EE-41AA-941A-6B5129E5D70A}"/>
    <dgm:cxn modelId="{0989123B-CB4B-411E-AEC6-E4DA7C7A8A4D}" srcId="{E11D2F54-DF8D-4514-AD4E-E6CA4C8F72ED}" destId="{E562C963-4894-4C2D-BCD1-7920ACA5BDCF}" srcOrd="0" destOrd="0" parTransId="{F497574A-2245-4161-8BE8-FA88427A6438}" sibTransId="{DF6528B3-D1FE-4B1B-96BF-D88835924679}"/>
    <dgm:cxn modelId="{81657742-67AC-47E4-9B70-28B56537BA28}" type="presOf" srcId="{E562C963-4894-4C2D-BCD1-7920ACA5BDCF}" destId="{A04C9FB1-9F6B-4438-BA15-3DCE6989B5D2}" srcOrd="1" destOrd="0" presId="urn:microsoft.com/office/officeart/2016/7/layout/LinearBlockProcessNumbered"/>
    <dgm:cxn modelId="{11F00D44-91EB-43DF-B12F-B9F0EE9DBCA9}" type="presOf" srcId="{E562C963-4894-4C2D-BCD1-7920ACA5BDCF}" destId="{B4A01FE5-EEBD-4B15-870A-9563F8754583}" srcOrd="0" destOrd="0" presId="urn:microsoft.com/office/officeart/2016/7/layout/LinearBlockProcessNumbered"/>
    <dgm:cxn modelId="{278ED977-F60F-4B83-B343-E7BC71890D2D}" srcId="{E11D2F54-DF8D-4514-AD4E-E6CA4C8F72ED}" destId="{900344B9-CDC8-4CAA-8D45-987ACF101E21}" srcOrd="2" destOrd="0" parTransId="{0FDC9497-E591-41C9-8887-56853DF80347}" sibTransId="{DB660AFE-9B2B-49BE-B79C-E3F4E502B1EB}"/>
    <dgm:cxn modelId="{A1AC5F9C-777B-4D7F-BFF7-AC94F67AFE14}" type="presOf" srcId="{900344B9-CDC8-4CAA-8D45-987ACF101E21}" destId="{5DF4A99A-4321-49D4-B6E2-A8343E30A6E6}" srcOrd="0" destOrd="0" presId="urn:microsoft.com/office/officeart/2016/7/layout/LinearBlockProcessNumbered"/>
    <dgm:cxn modelId="{4E7A239D-9AE9-445E-B30F-BEC18324B576}" type="presOf" srcId="{2FC893F7-615C-4E83-BFC6-E404C2BB34E3}" destId="{4EE78172-D43C-483D-AB16-DE2E86693C3D}" srcOrd="1" destOrd="0" presId="urn:microsoft.com/office/officeart/2016/7/layout/LinearBlockProcessNumbered"/>
    <dgm:cxn modelId="{303B41A9-8C56-4486-A99D-DCEEBA4AB499}" type="presOf" srcId="{DF6528B3-D1FE-4B1B-96BF-D88835924679}" destId="{634B85F6-FCAE-4ABB-9E14-EE4DAF11524C}" srcOrd="0" destOrd="0" presId="urn:microsoft.com/office/officeart/2016/7/layout/LinearBlockProcessNumbered"/>
    <dgm:cxn modelId="{333663AE-326E-4263-8901-E71BDD16D9BF}" type="presOf" srcId="{E11D2F54-DF8D-4514-AD4E-E6CA4C8F72ED}" destId="{53C8AF48-99A0-49EA-8558-0F7ADD3EF692}" srcOrd="0" destOrd="0" presId="urn:microsoft.com/office/officeart/2016/7/layout/LinearBlockProcessNumbered"/>
    <dgm:cxn modelId="{FC9945BC-F418-40B8-9CA4-5E866D61479E}" type="presOf" srcId="{2FC893F7-615C-4E83-BFC6-E404C2BB34E3}" destId="{713BF719-BC21-42D0-9753-E9835AFC865F}" srcOrd="0" destOrd="0" presId="urn:microsoft.com/office/officeart/2016/7/layout/LinearBlockProcessNumbered"/>
    <dgm:cxn modelId="{68650FC4-57E3-4369-AF3C-DE2D206394CB}" type="presOf" srcId="{DB660AFE-9B2B-49BE-B79C-E3F4E502B1EB}" destId="{D5A49F2E-591F-4861-8EB4-114C2E8CF3F7}" srcOrd="0" destOrd="0" presId="urn:microsoft.com/office/officeart/2016/7/layout/LinearBlockProcessNumbered"/>
    <dgm:cxn modelId="{35A52785-B98A-459A-8F88-1E799DAF4291}" type="presParOf" srcId="{53C8AF48-99A0-49EA-8558-0F7ADD3EF692}" destId="{665F7B35-D11F-4B10-B41C-B287ABE76DB9}" srcOrd="0" destOrd="0" presId="urn:microsoft.com/office/officeart/2016/7/layout/LinearBlockProcessNumbered"/>
    <dgm:cxn modelId="{8A1C7EFA-1140-4568-92CF-085E1E73752B}" type="presParOf" srcId="{665F7B35-D11F-4B10-B41C-B287ABE76DB9}" destId="{B4A01FE5-EEBD-4B15-870A-9563F8754583}" srcOrd="0" destOrd="0" presId="urn:microsoft.com/office/officeart/2016/7/layout/LinearBlockProcessNumbered"/>
    <dgm:cxn modelId="{2682D3FF-57AE-4A70-8F81-45CDF8B2C1EE}" type="presParOf" srcId="{665F7B35-D11F-4B10-B41C-B287ABE76DB9}" destId="{634B85F6-FCAE-4ABB-9E14-EE4DAF11524C}" srcOrd="1" destOrd="0" presId="urn:microsoft.com/office/officeart/2016/7/layout/LinearBlockProcessNumbered"/>
    <dgm:cxn modelId="{677BDBED-E58E-4C4E-ADA9-3865D8F333E1}" type="presParOf" srcId="{665F7B35-D11F-4B10-B41C-B287ABE76DB9}" destId="{A04C9FB1-9F6B-4438-BA15-3DCE6989B5D2}" srcOrd="2" destOrd="0" presId="urn:microsoft.com/office/officeart/2016/7/layout/LinearBlockProcessNumbered"/>
    <dgm:cxn modelId="{306DCC17-B76C-490E-A30C-39DDB54EF243}" type="presParOf" srcId="{53C8AF48-99A0-49EA-8558-0F7ADD3EF692}" destId="{6F68160F-95F8-4D5F-9EE1-769BCAD511FA}" srcOrd="1" destOrd="0" presId="urn:microsoft.com/office/officeart/2016/7/layout/LinearBlockProcessNumbered"/>
    <dgm:cxn modelId="{CF4B4354-26D0-4DFC-AF91-8A71BAF689B8}" type="presParOf" srcId="{53C8AF48-99A0-49EA-8558-0F7ADD3EF692}" destId="{D857EE20-181F-4C7A-96C3-13CB04C15F07}" srcOrd="2" destOrd="0" presId="urn:microsoft.com/office/officeart/2016/7/layout/LinearBlockProcessNumbered"/>
    <dgm:cxn modelId="{4EA21722-36B5-47B4-9E24-03EEA6CC3280}" type="presParOf" srcId="{D857EE20-181F-4C7A-96C3-13CB04C15F07}" destId="{713BF719-BC21-42D0-9753-E9835AFC865F}" srcOrd="0" destOrd="0" presId="urn:microsoft.com/office/officeart/2016/7/layout/LinearBlockProcessNumbered"/>
    <dgm:cxn modelId="{3E5F0809-B579-43B1-B680-4A3552E299D7}" type="presParOf" srcId="{D857EE20-181F-4C7A-96C3-13CB04C15F07}" destId="{B8E04913-53DC-4F9B-A0B9-F5E94964835F}" srcOrd="1" destOrd="0" presId="urn:microsoft.com/office/officeart/2016/7/layout/LinearBlockProcessNumbered"/>
    <dgm:cxn modelId="{F82E429D-8CE8-4924-9C60-BED4C42BDE9A}" type="presParOf" srcId="{D857EE20-181F-4C7A-96C3-13CB04C15F07}" destId="{4EE78172-D43C-483D-AB16-DE2E86693C3D}" srcOrd="2" destOrd="0" presId="urn:microsoft.com/office/officeart/2016/7/layout/LinearBlockProcessNumbered"/>
    <dgm:cxn modelId="{125726AA-9A79-485B-8156-3A2265D1ADC6}" type="presParOf" srcId="{53C8AF48-99A0-49EA-8558-0F7ADD3EF692}" destId="{2BC35B1D-450E-4FD9-9D4C-34E60C0246DF}" srcOrd="3" destOrd="0" presId="urn:microsoft.com/office/officeart/2016/7/layout/LinearBlockProcessNumbered"/>
    <dgm:cxn modelId="{E4B5B22A-0915-4C54-BBB0-C988F97F9F2B}" type="presParOf" srcId="{53C8AF48-99A0-49EA-8558-0F7ADD3EF692}" destId="{EC4F79EC-BFF6-4727-BD83-CF9CEEFC8E74}" srcOrd="4" destOrd="0" presId="urn:microsoft.com/office/officeart/2016/7/layout/LinearBlockProcessNumbered"/>
    <dgm:cxn modelId="{83955F09-4272-43EC-A439-7BADF3319787}" type="presParOf" srcId="{EC4F79EC-BFF6-4727-BD83-CF9CEEFC8E74}" destId="{5DF4A99A-4321-49D4-B6E2-A8343E30A6E6}" srcOrd="0" destOrd="0" presId="urn:microsoft.com/office/officeart/2016/7/layout/LinearBlockProcessNumbered"/>
    <dgm:cxn modelId="{0BBC73FF-9021-4FE0-A18D-2BDA536A89B9}" type="presParOf" srcId="{EC4F79EC-BFF6-4727-BD83-CF9CEEFC8E74}" destId="{D5A49F2E-591F-4861-8EB4-114C2E8CF3F7}" srcOrd="1" destOrd="0" presId="urn:microsoft.com/office/officeart/2016/7/layout/LinearBlockProcessNumbered"/>
    <dgm:cxn modelId="{B6A42D92-DBF3-479A-BD50-DB44C3AB55BC}" type="presParOf" srcId="{EC4F79EC-BFF6-4727-BD83-CF9CEEFC8E74}" destId="{713F8900-D25A-46CD-B7BA-6922CB158168}"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798CAA-0155-480B-8EDB-0BB0DDEBFEC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73B2C97-E3E3-42AB-BD39-20B2D2BFEBD8}">
      <dgm:prSet/>
      <dgm:spPr/>
      <dgm:t>
        <a:bodyPr/>
        <a:lstStyle/>
        <a:p>
          <a:pPr>
            <a:lnSpc>
              <a:spcPct val="100000"/>
            </a:lnSpc>
          </a:pPr>
          <a:r>
            <a:rPr lang="en-CA" dirty="0"/>
            <a:t>With the given data provided, what film makers need to do to improve views on their films is to incorporate hashtags when promoting. </a:t>
          </a:r>
          <a:endParaRPr lang="en-US" dirty="0"/>
        </a:p>
      </dgm:t>
    </dgm:pt>
    <dgm:pt modelId="{68A14295-6921-4A81-9090-7DB93E9A37B0}" type="parTrans" cxnId="{A2DB64F9-7BD2-4A31-AB90-1F726984E73C}">
      <dgm:prSet/>
      <dgm:spPr/>
      <dgm:t>
        <a:bodyPr/>
        <a:lstStyle/>
        <a:p>
          <a:endParaRPr lang="en-US"/>
        </a:p>
      </dgm:t>
    </dgm:pt>
    <dgm:pt modelId="{CB9AB11D-F121-451D-9024-5441521CA505}" type="sibTrans" cxnId="{A2DB64F9-7BD2-4A31-AB90-1F726984E73C}">
      <dgm:prSet/>
      <dgm:spPr/>
      <dgm:t>
        <a:bodyPr/>
        <a:lstStyle/>
        <a:p>
          <a:endParaRPr lang="en-US"/>
        </a:p>
      </dgm:t>
    </dgm:pt>
    <dgm:pt modelId="{1A488EFF-6BB7-4FE5-86ED-9EEA345B1BE8}">
      <dgm:prSet/>
      <dgm:spPr/>
      <dgm:t>
        <a:bodyPr/>
        <a:lstStyle/>
        <a:p>
          <a:pPr>
            <a:lnSpc>
              <a:spcPct val="100000"/>
            </a:lnSpc>
          </a:pPr>
          <a:r>
            <a:rPr lang="en-CA" dirty="0"/>
            <a:t>Naturally, films are promoted by movie enthusiasts who like films. </a:t>
          </a:r>
          <a:endParaRPr lang="en-US" dirty="0"/>
        </a:p>
      </dgm:t>
    </dgm:pt>
    <dgm:pt modelId="{0D440C65-D523-4825-8616-9CB0D43546F6}" type="parTrans" cxnId="{0EA62A3B-9B76-4057-8E4C-F9645A50C18B}">
      <dgm:prSet/>
      <dgm:spPr/>
      <dgm:t>
        <a:bodyPr/>
        <a:lstStyle/>
        <a:p>
          <a:endParaRPr lang="en-US"/>
        </a:p>
      </dgm:t>
    </dgm:pt>
    <dgm:pt modelId="{F60F9BF4-20E1-410D-98DB-CDCDEADE73A9}" type="sibTrans" cxnId="{0EA62A3B-9B76-4057-8E4C-F9645A50C18B}">
      <dgm:prSet/>
      <dgm:spPr/>
      <dgm:t>
        <a:bodyPr/>
        <a:lstStyle/>
        <a:p>
          <a:endParaRPr lang="en-US"/>
        </a:p>
      </dgm:t>
    </dgm:pt>
    <dgm:pt modelId="{7D522EFA-6AC0-4975-B10D-86F52B8B621E}">
      <dgm:prSet/>
      <dgm:spPr/>
      <dgm:t>
        <a:bodyPr/>
        <a:lstStyle/>
        <a:p>
          <a:pPr>
            <a:lnSpc>
              <a:spcPct val="100000"/>
            </a:lnSpc>
          </a:pPr>
          <a:r>
            <a:rPr lang="en-CA" dirty="0"/>
            <a:t>- films can be promoted through YouTube reviews</a:t>
          </a:r>
          <a:endParaRPr lang="en-US" dirty="0"/>
        </a:p>
      </dgm:t>
    </dgm:pt>
    <dgm:pt modelId="{62127197-ECC0-40E9-A286-64D16EC4625B}" type="parTrans" cxnId="{5E363860-E80C-4C2C-A5DB-8973EDF75A75}">
      <dgm:prSet/>
      <dgm:spPr/>
      <dgm:t>
        <a:bodyPr/>
        <a:lstStyle/>
        <a:p>
          <a:endParaRPr lang="en-US"/>
        </a:p>
      </dgm:t>
    </dgm:pt>
    <dgm:pt modelId="{50AE5910-2395-48BD-8849-6E5C5CE895D6}" type="sibTrans" cxnId="{5E363860-E80C-4C2C-A5DB-8973EDF75A75}">
      <dgm:prSet/>
      <dgm:spPr/>
      <dgm:t>
        <a:bodyPr/>
        <a:lstStyle/>
        <a:p>
          <a:endParaRPr lang="en-US"/>
        </a:p>
      </dgm:t>
    </dgm:pt>
    <dgm:pt modelId="{EBB0C5F4-3E06-404A-B94A-EB8DE308FCC8}">
      <dgm:prSet/>
      <dgm:spPr/>
      <dgm:t>
        <a:bodyPr/>
        <a:lstStyle/>
        <a:p>
          <a:pPr>
            <a:lnSpc>
              <a:spcPct val="100000"/>
            </a:lnSpc>
          </a:pPr>
          <a:r>
            <a:rPr lang="en-CA" dirty="0"/>
            <a:t>- written articles</a:t>
          </a:r>
          <a:endParaRPr lang="en-US" dirty="0"/>
        </a:p>
      </dgm:t>
    </dgm:pt>
    <dgm:pt modelId="{CB126B99-06C3-4EEB-B517-954D5BD36520}" type="parTrans" cxnId="{B52FBC33-8302-4655-A05B-7378AE3E83EC}">
      <dgm:prSet/>
      <dgm:spPr/>
      <dgm:t>
        <a:bodyPr/>
        <a:lstStyle/>
        <a:p>
          <a:endParaRPr lang="en-US"/>
        </a:p>
      </dgm:t>
    </dgm:pt>
    <dgm:pt modelId="{4AC9E21A-4AD3-4FD6-A9BE-1B80D808EAE1}" type="sibTrans" cxnId="{B52FBC33-8302-4655-A05B-7378AE3E83EC}">
      <dgm:prSet/>
      <dgm:spPr/>
      <dgm:t>
        <a:bodyPr/>
        <a:lstStyle/>
        <a:p>
          <a:endParaRPr lang="en-US"/>
        </a:p>
      </dgm:t>
    </dgm:pt>
    <dgm:pt modelId="{9F076347-1172-49B1-BD16-B19ACDFEC0A6}">
      <dgm:prSet/>
      <dgm:spPr/>
      <dgm:t>
        <a:bodyPr/>
        <a:lstStyle/>
        <a:p>
          <a:pPr>
            <a:lnSpc>
              <a:spcPct val="100000"/>
            </a:lnSpc>
          </a:pPr>
          <a:r>
            <a:rPr lang="en-CA" dirty="0"/>
            <a:t>- live streaming.</a:t>
          </a:r>
        </a:p>
        <a:p>
          <a:pPr>
            <a:lnSpc>
              <a:spcPct val="100000"/>
            </a:lnSpc>
          </a:pPr>
          <a:r>
            <a:rPr lang="en-CA" dirty="0"/>
            <a:t>- Social media influencers ( some of the reviews made were from social media influencers).</a:t>
          </a:r>
          <a:endParaRPr lang="en-US" dirty="0"/>
        </a:p>
      </dgm:t>
    </dgm:pt>
    <dgm:pt modelId="{8F18FD8C-F9FC-4462-BB04-78314A18462C}" type="parTrans" cxnId="{D0999607-A75B-4B55-9B64-DAF744AFC35C}">
      <dgm:prSet/>
      <dgm:spPr/>
      <dgm:t>
        <a:bodyPr/>
        <a:lstStyle/>
        <a:p>
          <a:endParaRPr lang="en-US"/>
        </a:p>
      </dgm:t>
    </dgm:pt>
    <dgm:pt modelId="{D192AB25-EFF3-43AD-813C-17D1AB0CA69A}" type="sibTrans" cxnId="{D0999607-A75B-4B55-9B64-DAF744AFC35C}">
      <dgm:prSet/>
      <dgm:spPr/>
      <dgm:t>
        <a:bodyPr/>
        <a:lstStyle/>
        <a:p>
          <a:endParaRPr lang="en-US"/>
        </a:p>
      </dgm:t>
    </dgm:pt>
    <dgm:pt modelId="{69A7A18F-86F9-4686-9E5B-9377D102AC24}" type="pres">
      <dgm:prSet presAssocID="{BC798CAA-0155-480B-8EDB-0BB0DDEBFEC5}" presName="root" presStyleCnt="0">
        <dgm:presLayoutVars>
          <dgm:dir/>
          <dgm:resizeHandles val="exact"/>
        </dgm:presLayoutVars>
      </dgm:prSet>
      <dgm:spPr/>
    </dgm:pt>
    <dgm:pt modelId="{A24DB12D-AD80-4E74-853B-6AB06C9BA77B}" type="pres">
      <dgm:prSet presAssocID="{B73B2C97-E3E3-42AB-BD39-20B2D2BFEBD8}" presName="compNode" presStyleCnt="0"/>
      <dgm:spPr/>
    </dgm:pt>
    <dgm:pt modelId="{B59F270F-0EDE-4A31-A06B-532FCCE4874E}" type="pres">
      <dgm:prSet presAssocID="{B73B2C97-E3E3-42AB-BD39-20B2D2BFEBD8}" presName="bgRect" presStyleLbl="bgShp" presStyleIdx="0" presStyleCnt="2"/>
      <dgm:spPr/>
    </dgm:pt>
    <dgm:pt modelId="{5ED0A785-181D-4B24-9659-91928F6591CB}" type="pres">
      <dgm:prSet presAssocID="{B73B2C97-E3E3-42AB-BD39-20B2D2BFEBD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m strip"/>
        </a:ext>
      </dgm:extLst>
    </dgm:pt>
    <dgm:pt modelId="{FA08558F-362A-40A8-A30A-5E5A682C4035}" type="pres">
      <dgm:prSet presAssocID="{B73B2C97-E3E3-42AB-BD39-20B2D2BFEBD8}" presName="spaceRect" presStyleCnt="0"/>
      <dgm:spPr/>
    </dgm:pt>
    <dgm:pt modelId="{6C1F871F-939A-4DEA-9751-5F07E9842BD3}" type="pres">
      <dgm:prSet presAssocID="{B73B2C97-E3E3-42AB-BD39-20B2D2BFEBD8}" presName="parTx" presStyleLbl="revTx" presStyleIdx="0" presStyleCnt="3">
        <dgm:presLayoutVars>
          <dgm:chMax val="0"/>
          <dgm:chPref val="0"/>
        </dgm:presLayoutVars>
      </dgm:prSet>
      <dgm:spPr/>
    </dgm:pt>
    <dgm:pt modelId="{FF98FCEF-513A-4290-8733-CC76FCD0B4D3}" type="pres">
      <dgm:prSet presAssocID="{CB9AB11D-F121-451D-9024-5441521CA505}" presName="sibTrans" presStyleCnt="0"/>
      <dgm:spPr/>
    </dgm:pt>
    <dgm:pt modelId="{B660E639-4D3E-42E8-90AC-DB76A432790C}" type="pres">
      <dgm:prSet presAssocID="{1A488EFF-6BB7-4FE5-86ED-9EEA345B1BE8}" presName="compNode" presStyleCnt="0"/>
      <dgm:spPr/>
    </dgm:pt>
    <dgm:pt modelId="{76C95AB7-0200-459F-A562-B991E0480C79}" type="pres">
      <dgm:prSet presAssocID="{1A488EFF-6BB7-4FE5-86ED-9EEA345B1BE8}" presName="bgRect" presStyleLbl="bgShp" presStyleIdx="1" presStyleCnt="2"/>
      <dgm:spPr/>
    </dgm:pt>
    <dgm:pt modelId="{80B7CE47-A2A7-46CC-8A16-329637A1914D}" type="pres">
      <dgm:prSet presAssocID="{1A488EFF-6BB7-4FE5-86ED-9EEA345B1BE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m reel"/>
        </a:ext>
      </dgm:extLst>
    </dgm:pt>
    <dgm:pt modelId="{35733426-9435-4D7D-A608-7BE448B7FCAD}" type="pres">
      <dgm:prSet presAssocID="{1A488EFF-6BB7-4FE5-86ED-9EEA345B1BE8}" presName="spaceRect" presStyleCnt="0"/>
      <dgm:spPr/>
    </dgm:pt>
    <dgm:pt modelId="{26EEBEC2-E4A7-402D-8E70-B8A0EB049FC9}" type="pres">
      <dgm:prSet presAssocID="{1A488EFF-6BB7-4FE5-86ED-9EEA345B1BE8}" presName="parTx" presStyleLbl="revTx" presStyleIdx="1" presStyleCnt="3">
        <dgm:presLayoutVars>
          <dgm:chMax val="0"/>
          <dgm:chPref val="0"/>
        </dgm:presLayoutVars>
      </dgm:prSet>
      <dgm:spPr/>
    </dgm:pt>
    <dgm:pt modelId="{880A14CD-D311-494A-8482-33885CC6BDB5}" type="pres">
      <dgm:prSet presAssocID="{1A488EFF-6BB7-4FE5-86ED-9EEA345B1BE8}" presName="desTx" presStyleLbl="revTx" presStyleIdx="2" presStyleCnt="3">
        <dgm:presLayoutVars/>
      </dgm:prSet>
      <dgm:spPr/>
    </dgm:pt>
  </dgm:ptLst>
  <dgm:cxnLst>
    <dgm:cxn modelId="{FE2A3D02-B47A-47E2-AABE-DEDE126A47C0}" type="presOf" srcId="{B73B2C97-E3E3-42AB-BD39-20B2D2BFEBD8}" destId="{6C1F871F-939A-4DEA-9751-5F07E9842BD3}" srcOrd="0" destOrd="0" presId="urn:microsoft.com/office/officeart/2018/2/layout/IconVerticalSolidList"/>
    <dgm:cxn modelId="{D0999607-A75B-4B55-9B64-DAF744AFC35C}" srcId="{1A488EFF-6BB7-4FE5-86ED-9EEA345B1BE8}" destId="{9F076347-1172-49B1-BD16-B19ACDFEC0A6}" srcOrd="2" destOrd="0" parTransId="{8F18FD8C-F9FC-4462-BB04-78314A18462C}" sibTransId="{D192AB25-EFF3-43AD-813C-17D1AB0CA69A}"/>
    <dgm:cxn modelId="{B52FBC33-8302-4655-A05B-7378AE3E83EC}" srcId="{1A488EFF-6BB7-4FE5-86ED-9EEA345B1BE8}" destId="{EBB0C5F4-3E06-404A-B94A-EB8DE308FCC8}" srcOrd="1" destOrd="0" parTransId="{CB126B99-06C3-4EEB-B517-954D5BD36520}" sibTransId="{4AC9E21A-4AD3-4FD6-A9BE-1B80D808EAE1}"/>
    <dgm:cxn modelId="{0EA62A3B-9B76-4057-8E4C-F9645A50C18B}" srcId="{BC798CAA-0155-480B-8EDB-0BB0DDEBFEC5}" destId="{1A488EFF-6BB7-4FE5-86ED-9EEA345B1BE8}" srcOrd="1" destOrd="0" parTransId="{0D440C65-D523-4825-8616-9CB0D43546F6}" sibTransId="{F60F9BF4-20E1-410D-98DB-CDCDEADE73A9}"/>
    <dgm:cxn modelId="{5E363860-E80C-4C2C-A5DB-8973EDF75A75}" srcId="{1A488EFF-6BB7-4FE5-86ED-9EEA345B1BE8}" destId="{7D522EFA-6AC0-4975-B10D-86F52B8B621E}" srcOrd="0" destOrd="0" parTransId="{62127197-ECC0-40E9-A286-64D16EC4625B}" sibTransId="{50AE5910-2395-48BD-8849-6E5C5CE895D6}"/>
    <dgm:cxn modelId="{15301C7C-3D58-44D0-A848-D28ABF2F026D}" type="presOf" srcId="{EBB0C5F4-3E06-404A-B94A-EB8DE308FCC8}" destId="{880A14CD-D311-494A-8482-33885CC6BDB5}" srcOrd="0" destOrd="1" presId="urn:microsoft.com/office/officeart/2018/2/layout/IconVerticalSolidList"/>
    <dgm:cxn modelId="{F2FADB91-712B-4F99-9682-A1DC595A1D07}" type="presOf" srcId="{9F076347-1172-49B1-BD16-B19ACDFEC0A6}" destId="{880A14CD-D311-494A-8482-33885CC6BDB5}" srcOrd="0" destOrd="2" presId="urn:microsoft.com/office/officeart/2018/2/layout/IconVerticalSolidList"/>
    <dgm:cxn modelId="{8A088595-CC89-4A67-BF5E-1B229E29DD5D}" type="presOf" srcId="{7D522EFA-6AC0-4975-B10D-86F52B8B621E}" destId="{880A14CD-D311-494A-8482-33885CC6BDB5}" srcOrd="0" destOrd="0" presId="urn:microsoft.com/office/officeart/2018/2/layout/IconVerticalSolidList"/>
    <dgm:cxn modelId="{FBC2C5B6-3228-4F4A-B305-31FC1B7F908A}" type="presOf" srcId="{1A488EFF-6BB7-4FE5-86ED-9EEA345B1BE8}" destId="{26EEBEC2-E4A7-402D-8E70-B8A0EB049FC9}" srcOrd="0" destOrd="0" presId="urn:microsoft.com/office/officeart/2018/2/layout/IconVerticalSolidList"/>
    <dgm:cxn modelId="{15470FE0-10C5-4FE4-A47C-33868F63E661}" type="presOf" srcId="{BC798CAA-0155-480B-8EDB-0BB0DDEBFEC5}" destId="{69A7A18F-86F9-4686-9E5B-9377D102AC24}" srcOrd="0" destOrd="0" presId="urn:microsoft.com/office/officeart/2018/2/layout/IconVerticalSolidList"/>
    <dgm:cxn modelId="{A2DB64F9-7BD2-4A31-AB90-1F726984E73C}" srcId="{BC798CAA-0155-480B-8EDB-0BB0DDEBFEC5}" destId="{B73B2C97-E3E3-42AB-BD39-20B2D2BFEBD8}" srcOrd="0" destOrd="0" parTransId="{68A14295-6921-4A81-9090-7DB93E9A37B0}" sibTransId="{CB9AB11D-F121-451D-9024-5441521CA505}"/>
    <dgm:cxn modelId="{5212BAF8-F146-4395-AA6D-C9FBAE117643}" type="presParOf" srcId="{69A7A18F-86F9-4686-9E5B-9377D102AC24}" destId="{A24DB12D-AD80-4E74-853B-6AB06C9BA77B}" srcOrd="0" destOrd="0" presId="urn:microsoft.com/office/officeart/2018/2/layout/IconVerticalSolidList"/>
    <dgm:cxn modelId="{E751D316-32E1-4F18-8FD6-FC43D332C1B8}" type="presParOf" srcId="{A24DB12D-AD80-4E74-853B-6AB06C9BA77B}" destId="{B59F270F-0EDE-4A31-A06B-532FCCE4874E}" srcOrd="0" destOrd="0" presId="urn:microsoft.com/office/officeart/2018/2/layout/IconVerticalSolidList"/>
    <dgm:cxn modelId="{B8847F75-97CF-4C20-8659-D3675F4B2D17}" type="presParOf" srcId="{A24DB12D-AD80-4E74-853B-6AB06C9BA77B}" destId="{5ED0A785-181D-4B24-9659-91928F6591CB}" srcOrd="1" destOrd="0" presId="urn:microsoft.com/office/officeart/2018/2/layout/IconVerticalSolidList"/>
    <dgm:cxn modelId="{687F4DB1-9EB4-47D6-AB63-D05B831EFB02}" type="presParOf" srcId="{A24DB12D-AD80-4E74-853B-6AB06C9BA77B}" destId="{FA08558F-362A-40A8-A30A-5E5A682C4035}" srcOrd="2" destOrd="0" presId="urn:microsoft.com/office/officeart/2018/2/layout/IconVerticalSolidList"/>
    <dgm:cxn modelId="{156DACD2-39D4-435C-9C94-44A17B788E13}" type="presParOf" srcId="{A24DB12D-AD80-4E74-853B-6AB06C9BA77B}" destId="{6C1F871F-939A-4DEA-9751-5F07E9842BD3}" srcOrd="3" destOrd="0" presId="urn:microsoft.com/office/officeart/2018/2/layout/IconVerticalSolidList"/>
    <dgm:cxn modelId="{9652FE3E-FB92-4ECC-BAA2-315D94C1BC39}" type="presParOf" srcId="{69A7A18F-86F9-4686-9E5B-9377D102AC24}" destId="{FF98FCEF-513A-4290-8733-CC76FCD0B4D3}" srcOrd="1" destOrd="0" presId="urn:microsoft.com/office/officeart/2018/2/layout/IconVerticalSolidList"/>
    <dgm:cxn modelId="{BBBA8FAE-EA77-453C-B269-3C2F18876A06}" type="presParOf" srcId="{69A7A18F-86F9-4686-9E5B-9377D102AC24}" destId="{B660E639-4D3E-42E8-90AC-DB76A432790C}" srcOrd="2" destOrd="0" presId="urn:microsoft.com/office/officeart/2018/2/layout/IconVerticalSolidList"/>
    <dgm:cxn modelId="{D89A030A-01C5-4A34-8DB0-A55CEAB5E99E}" type="presParOf" srcId="{B660E639-4D3E-42E8-90AC-DB76A432790C}" destId="{76C95AB7-0200-459F-A562-B991E0480C79}" srcOrd="0" destOrd="0" presId="urn:microsoft.com/office/officeart/2018/2/layout/IconVerticalSolidList"/>
    <dgm:cxn modelId="{5ED949E0-5DA1-4125-957B-C298D97047F8}" type="presParOf" srcId="{B660E639-4D3E-42E8-90AC-DB76A432790C}" destId="{80B7CE47-A2A7-46CC-8A16-329637A1914D}" srcOrd="1" destOrd="0" presId="urn:microsoft.com/office/officeart/2018/2/layout/IconVerticalSolidList"/>
    <dgm:cxn modelId="{F9EF733F-A3A2-4C76-8799-0300A3570659}" type="presParOf" srcId="{B660E639-4D3E-42E8-90AC-DB76A432790C}" destId="{35733426-9435-4D7D-A608-7BE448B7FCAD}" srcOrd="2" destOrd="0" presId="urn:microsoft.com/office/officeart/2018/2/layout/IconVerticalSolidList"/>
    <dgm:cxn modelId="{1AEA0333-E412-48E9-A4FD-108EC72DB382}" type="presParOf" srcId="{B660E639-4D3E-42E8-90AC-DB76A432790C}" destId="{26EEBEC2-E4A7-402D-8E70-B8A0EB049FC9}" srcOrd="3" destOrd="0" presId="urn:microsoft.com/office/officeart/2018/2/layout/IconVerticalSolidList"/>
    <dgm:cxn modelId="{6813335B-7283-4400-8223-3BF067810D80}" type="presParOf" srcId="{B660E639-4D3E-42E8-90AC-DB76A432790C}" destId="{880A14CD-D311-494A-8482-33885CC6BDB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A01FE5-EEBD-4B15-870A-9563F8754583}">
      <dsp:nvSpPr>
        <dsp:cNvPr id="0" name=""/>
        <dsp:cNvSpPr/>
      </dsp:nvSpPr>
      <dsp:spPr>
        <a:xfrm>
          <a:off x="820" y="0"/>
          <a:ext cx="3324308" cy="2670048"/>
        </a:xfrm>
        <a:prstGeom prst="rect">
          <a:avLst/>
        </a:prstGeom>
        <a:solidFill>
          <a:schemeClr val="tx1">
            <a:lumMod val="50000"/>
            <a:lumOff val="5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622300">
            <a:lnSpc>
              <a:spcPct val="90000"/>
            </a:lnSpc>
            <a:spcBef>
              <a:spcPct val="0"/>
            </a:spcBef>
            <a:spcAft>
              <a:spcPct val="35000"/>
            </a:spcAft>
            <a:buNone/>
          </a:pPr>
          <a:r>
            <a:rPr lang="en-CA" sz="1400" kern="1200" dirty="0"/>
            <a:t>The film being used for this analysis is Velma.  The data provided had movie trailers and teasers of the Velma movie under the film and animation category.</a:t>
          </a:r>
          <a:endParaRPr lang="en-US" sz="1400" kern="1200" dirty="0"/>
        </a:p>
      </dsp:txBody>
      <dsp:txXfrm>
        <a:off x="820" y="1068019"/>
        <a:ext cx="3324308" cy="1602028"/>
      </dsp:txXfrm>
    </dsp:sp>
    <dsp:sp modelId="{634B85F6-FCAE-4ABB-9E14-EE4DAF11524C}">
      <dsp:nvSpPr>
        <dsp:cNvPr id="0" name=""/>
        <dsp:cNvSpPr/>
      </dsp:nvSpPr>
      <dsp:spPr>
        <a:xfrm>
          <a:off x="820" y="0"/>
          <a:ext cx="3324308" cy="106801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311400">
            <a:lnSpc>
              <a:spcPct val="90000"/>
            </a:lnSpc>
            <a:spcBef>
              <a:spcPct val="0"/>
            </a:spcBef>
            <a:spcAft>
              <a:spcPct val="35000"/>
            </a:spcAft>
            <a:buNone/>
          </a:pPr>
          <a:r>
            <a:rPr lang="en-US" sz="5200" kern="1200"/>
            <a:t>01</a:t>
          </a:r>
        </a:p>
      </dsp:txBody>
      <dsp:txXfrm>
        <a:off x="820" y="0"/>
        <a:ext cx="3324308" cy="1068019"/>
      </dsp:txXfrm>
    </dsp:sp>
    <dsp:sp modelId="{713BF719-BC21-42D0-9753-E9835AFC865F}">
      <dsp:nvSpPr>
        <dsp:cNvPr id="0" name=""/>
        <dsp:cNvSpPr/>
      </dsp:nvSpPr>
      <dsp:spPr>
        <a:xfrm>
          <a:off x="3591073" y="0"/>
          <a:ext cx="3324308" cy="2670048"/>
        </a:xfrm>
        <a:prstGeom prst="rect">
          <a:avLst/>
        </a:prstGeom>
        <a:solidFill>
          <a:schemeClr val="tx1">
            <a:lumMod val="50000"/>
            <a:lumOff val="5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622300">
            <a:lnSpc>
              <a:spcPct val="90000"/>
            </a:lnSpc>
            <a:spcBef>
              <a:spcPct val="0"/>
            </a:spcBef>
            <a:spcAft>
              <a:spcPct val="35000"/>
            </a:spcAft>
            <a:buNone/>
          </a:pPr>
          <a:r>
            <a:rPr lang="en-CA" sz="1400" kern="1200" dirty="0"/>
            <a:t>A couple of youtubers created videos about the new release on HBO. Some gave their honest reviews, both positive and negative and other YouTube channels had the trailer and teaser for the movie.</a:t>
          </a:r>
          <a:endParaRPr lang="en-US" sz="1400" kern="1200" dirty="0"/>
        </a:p>
      </dsp:txBody>
      <dsp:txXfrm>
        <a:off x="3591073" y="1068019"/>
        <a:ext cx="3324308" cy="1602028"/>
      </dsp:txXfrm>
    </dsp:sp>
    <dsp:sp modelId="{B8E04913-53DC-4F9B-A0B9-F5E94964835F}">
      <dsp:nvSpPr>
        <dsp:cNvPr id="0" name=""/>
        <dsp:cNvSpPr/>
      </dsp:nvSpPr>
      <dsp:spPr>
        <a:xfrm>
          <a:off x="3591073" y="0"/>
          <a:ext cx="3324308" cy="106801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311400">
            <a:lnSpc>
              <a:spcPct val="90000"/>
            </a:lnSpc>
            <a:spcBef>
              <a:spcPct val="0"/>
            </a:spcBef>
            <a:spcAft>
              <a:spcPct val="35000"/>
            </a:spcAft>
            <a:buNone/>
          </a:pPr>
          <a:r>
            <a:rPr lang="en-US" sz="5200" kern="1200"/>
            <a:t>02</a:t>
          </a:r>
        </a:p>
      </dsp:txBody>
      <dsp:txXfrm>
        <a:off x="3591073" y="0"/>
        <a:ext cx="3324308" cy="1068019"/>
      </dsp:txXfrm>
    </dsp:sp>
    <dsp:sp modelId="{5DF4A99A-4321-49D4-B6E2-A8343E30A6E6}">
      <dsp:nvSpPr>
        <dsp:cNvPr id="0" name=""/>
        <dsp:cNvSpPr/>
      </dsp:nvSpPr>
      <dsp:spPr>
        <a:xfrm>
          <a:off x="7181326" y="0"/>
          <a:ext cx="3324308" cy="2670048"/>
        </a:xfrm>
        <a:prstGeom prst="rect">
          <a:avLst/>
        </a:prstGeom>
        <a:solidFill>
          <a:schemeClr val="tx1">
            <a:lumMod val="50000"/>
            <a:lumOff val="5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622300">
            <a:lnSpc>
              <a:spcPct val="90000"/>
            </a:lnSpc>
            <a:spcBef>
              <a:spcPct val="0"/>
            </a:spcBef>
            <a:spcAft>
              <a:spcPct val="35000"/>
            </a:spcAft>
            <a:buNone/>
          </a:pPr>
          <a:r>
            <a:rPr lang="en-CA" sz="1400" kern="1200" dirty="0"/>
            <a:t>With the engagement on all these YouTube videos, I became intrigued by the difference in the number of views and likes each video had.</a:t>
          </a:r>
          <a:endParaRPr lang="en-US" sz="1400" kern="1200" dirty="0"/>
        </a:p>
      </dsp:txBody>
      <dsp:txXfrm>
        <a:off x="7181326" y="1068019"/>
        <a:ext cx="3324308" cy="1602028"/>
      </dsp:txXfrm>
    </dsp:sp>
    <dsp:sp modelId="{D5A49F2E-591F-4861-8EB4-114C2E8CF3F7}">
      <dsp:nvSpPr>
        <dsp:cNvPr id="0" name=""/>
        <dsp:cNvSpPr/>
      </dsp:nvSpPr>
      <dsp:spPr>
        <a:xfrm>
          <a:off x="7181326" y="0"/>
          <a:ext cx="3324308" cy="106801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311400">
            <a:lnSpc>
              <a:spcPct val="90000"/>
            </a:lnSpc>
            <a:spcBef>
              <a:spcPct val="0"/>
            </a:spcBef>
            <a:spcAft>
              <a:spcPct val="35000"/>
            </a:spcAft>
            <a:buNone/>
          </a:pPr>
          <a:r>
            <a:rPr lang="en-US" sz="5200" kern="1200"/>
            <a:t>03</a:t>
          </a:r>
        </a:p>
      </dsp:txBody>
      <dsp:txXfrm>
        <a:off x="7181326" y="0"/>
        <a:ext cx="3324308" cy="10680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270F-0EDE-4A31-A06B-532FCCE4874E}">
      <dsp:nvSpPr>
        <dsp:cNvPr id="0" name=""/>
        <dsp:cNvSpPr/>
      </dsp:nvSpPr>
      <dsp:spPr>
        <a:xfrm>
          <a:off x="0" y="709959"/>
          <a:ext cx="10515600" cy="13028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D0A785-181D-4B24-9659-91928F6591CB}">
      <dsp:nvSpPr>
        <dsp:cNvPr id="0" name=""/>
        <dsp:cNvSpPr/>
      </dsp:nvSpPr>
      <dsp:spPr>
        <a:xfrm>
          <a:off x="394113" y="1003101"/>
          <a:ext cx="716569" cy="716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1F871F-939A-4DEA-9751-5F07E9842BD3}">
      <dsp:nvSpPr>
        <dsp:cNvPr id="0" name=""/>
        <dsp:cNvSpPr/>
      </dsp:nvSpPr>
      <dsp:spPr>
        <a:xfrm>
          <a:off x="1504795" y="709959"/>
          <a:ext cx="9009333" cy="1302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85" tIns="137885" rIns="137885" bIns="137885" numCol="1" spcCol="1270" anchor="ctr" anchorCtr="0">
          <a:noAutofit/>
        </a:bodyPr>
        <a:lstStyle/>
        <a:p>
          <a:pPr marL="0" lvl="0" indent="0" algn="l" defTabSz="1022350">
            <a:lnSpc>
              <a:spcPct val="100000"/>
            </a:lnSpc>
            <a:spcBef>
              <a:spcPct val="0"/>
            </a:spcBef>
            <a:spcAft>
              <a:spcPct val="35000"/>
            </a:spcAft>
            <a:buNone/>
          </a:pPr>
          <a:r>
            <a:rPr lang="en-CA" sz="2300" kern="1200" dirty="0"/>
            <a:t>With the given data provided, what film makers need to do to improve views on their films is to incorporate hashtags when promoting. </a:t>
          </a:r>
          <a:endParaRPr lang="en-US" sz="2300" kern="1200" dirty="0"/>
        </a:p>
      </dsp:txBody>
      <dsp:txXfrm>
        <a:off x="1504795" y="709959"/>
        <a:ext cx="9009333" cy="1302853"/>
      </dsp:txXfrm>
    </dsp:sp>
    <dsp:sp modelId="{76C95AB7-0200-459F-A562-B991E0480C79}">
      <dsp:nvSpPr>
        <dsp:cNvPr id="0" name=""/>
        <dsp:cNvSpPr/>
      </dsp:nvSpPr>
      <dsp:spPr>
        <a:xfrm>
          <a:off x="0" y="2338525"/>
          <a:ext cx="10515600" cy="13028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B7CE47-A2A7-46CC-8A16-329637A1914D}">
      <dsp:nvSpPr>
        <dsp:cNvPr id="0" name=""/>
        <dsp:cNvSpPr/>
      </dsp:nvSpPr>
      <dsp:spPr>
        <a:xfrm>
          <a:off x="394113" y="2631667"/>
          <a:ext cx="716569" cy="716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EEBEC2-E4A7-402D-8E70-B8A0EB049FC9}">
      <dsp:nvSpPr>
        <dsp:cNvPr id="0" name=""/>
        <dsp:cNvSpPr/>
      </dsp:nvSpPr>
      <dsp:spPr>
        <a:xfrm>
          <a:off x="1504795" y="2338525"/>
          <a:ext cx="4732020" cy="1302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85" tIns="137885" rIns="137885" bIns="137885" numCol="1" spcCol="1270" anchor="ctr" anchorCtr="0">
          <a:noAutofit/>
        </a:bodyPr>
        <a:lstStyle/>
        <a:p>
          <a:pPr marL="0" lvl="0" indent="0" algn="l" defTabSz="1022350">
            <a:lnSpc>
              <a:spcPct val="100000"/>
            </a:lnSpc>
            <a:spcBef>
              <a:spcPct val="0"/>
            </a:spcBef>
            <a:spcAft>
              <a:spcPct val="35000"/>
            </a:spcAft>
            <a:buNone/>
          </a:pPr>
          <a:r>
            <a:rPr lang="en-CA" sz="2300" kern="1200" dirty="0"/>
            <a:t>Naturally, films are promoted by movie enthusiasts who like films. </a:t>
          </a:r>
          <a:endParaRPr lang="en-US" sz="2300" kern="1200" dirty="0"/>
        </a:p>
      </dsp:txBody>
      <dsp:txXfrm>
        <a:off x="1504795" y="2338525"/>
        <a:ext cx="4732020" cy="1302853"/>
      </dsp:txXfrm>
    </dsp:sp>
    <dsp:sp modelId="{880A14CD-D311-494A-8482-33885CC6BDB5}">
      <dsp:nvSpPr>
        <dsp:cNvPr id="0" name=""/>
        <dsp:cNvSpPr/>
      </dsp:nvSpPr>
      <dsp:spPr>
        <a:xfrm>
          <a:off x="6236815" y="2338525"/>
          <a:ext cx="4277313" cy="1302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85" tIns="137885" rIns="137885" bIns="137885" numCol="1" spcCol="1270" anchor="ctr" anchorCtr="0">
          <a:noAutofit/>
        </a:bodyPr>
        <a:lstStyle/>
        <a:p>
          <a:pPr marL="0" lvl="0" indent="0" algn="l" defTabSz="488950">
            <a:lnSpc>
              <a:spcPct val="100000"/>
            </a:lnSpc>
            <a:spcBef>
              <a:spcPct val="0"/>
            </a:spcBef>
            <a:spcAft>
              <a:spcPct val="35000"/>
            </a:spcAft>
            <a:buNone/>
          </a:pPr>
          <a:r>
            <a:rPr lang="en-CA" sz="1100" kern="1200" dirty="0"/>
            <a:t>- films can be promoted through YouTube reviews</a:t>
          </a:r>
          <a:endParaRPr lang="en-US" sz="1100" kern="1200" dirty="0"/>
        </a:p>
        <a:p>
          <a:pPr marL="0" lvl="0" indent="0" algn="l" defTabSz="488950">
            <a:lnSpc>
              <a:spcPct val="100000"/>
            </a:lnSpc>
            <a:spcBef>
              <a:spcPct val="0"/>
            </a:spcBef>
            <a:spcAft>
              <a:spcPct val="35000"/>
            </a:spcAft>
            <a:buNone/>
          </a:pPr>
          <a:r>
            <a:rPr lang="en-CA" sz="1100" kern="1200" dirty="0"/>
            <a:t>- written articles</a:t>
          </a:r>
          <a:endParaRPr lang="en-US" sz="1100" kern="1200" dirty="0"/>
        </a:p>
        <a:p>
          <a:pPr marL="0" lvl="0" indent="0" algn="l" defTabSz="488950">
            <a:lnSpc>
              <a:spcPct val="100000"/>
            </a:lnSpc>
            <a:spcBef>
              <a:spcPct val="0"/>
            </a:spcBef>
            <a:spcAft>
              <a:spcPct val="35000"/>
            </a:spcAft>
            <a:buNone/>
          </a:pPr>
          <a:r>
            <a:rPr lang="en-CA" sz="1100" kern="1200" dirty="0"/>
            <a:t>- live streaming.</a:t>
          </a:r>
        </a:p>
        <a:p>
          <a:pPr marL="0" lvl="0" indent="0" algn="l" defTabSz="488950">
            <a:lnSpc>
              <a:spcPct val="100000"/>
            </a:lnSpc>
            <a:spcBef>
              <a:spcPct val="0"/>
            </a:spcBef>
            <a:spcAft>
              <a:spcPct val="35000"/>
            </a:spcAft>
            <a:buNone/>
          </a:pPr>
          <a:r>
            <a:rPr lang="en-CA" sz="1100" kern="1200" dirty="0"/>
            <a:t>- Social media influencers ( some of the reviews made were from social media influencers).</a:t>
          </a:r>
          <a:endParaRPr lang="en-US" sz="1100" kern="1200" dirty="0"/>
        </a:p>
      </dsp:txBody>
      <dsp:txXfrm>
        <a:off x="6236815" y="2338525"/>
        <a:ext cx="4277313" cy="130285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663E78-3F19-40D6-9F82-73699294F701}" type="datetimeFigureOut">
              <a:rPr lang="en-CA" smtClean="0"/>
              <a:t>2024-04-11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09DAF-6348-4360-BEC8-A1DACCE4AE32}" type="slidenum">
              <a:rPr lang="en-CA" smtClean="0"/>
              <a:t>‹#›</a:t>
            </a:fld>
            <a:endParaRPr lang="en-CA"/>
          </a:p>
        </p:txBody>
      </p:sp>
    </p:spTree>
    <p:extLst>
      <p:ext uri="{BB962C8B-B14F-4D97-AF65-F5344CB8AC3E}">
        <p14:creationId xmlns:p14="http://schemas.microsoft.com/office/powerpoint/2010/main" val="157740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CD09DAF-6348-4360-BEC8-A1DACCE4AE32}" type="slidenum">
              <a:rPr lang="en-CA" smtClean="0"/>
              <a:t>6</a:t>
            </a:fld>
            <a:endParaRPr lang="en-CA"/>
          </a:p>
        </p:txBody>
      </p:sp>
    </p:spTree>
    <p:extLst>
      <p:ext uri="{BB962C8B-B14F-4D97-AF65-F5344CB8AC3E}">
        <p14:creationId xmlns:p14="http://schemas.microsoft.com/office/powerpoint/2010/main" val="2127908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A1F4-502C-9189-30B4-916B09199A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337B579-8AE5-3E69-E5AD-4DA3FB0A2B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8DD1498E-58E2-41F4-9A17-423E3DEE1A3E}"/>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81C66899-4E6E-771D-7280-02D8CED64D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41E00B9-CAB7-72B6-D982-9F62539C2902}"/>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319780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70E95-D84E-12D1-3971-1C5C3F4932D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308C63B-C9D1-C1C2-9167-07EF73BA5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F0E1588-4679-7AEA-547F-C91F92AE0897}"/>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0E4FF3DE-A193-285D-A831-4B6A275BF3D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AD2B4E8-1D5D-C6AF-82E0-03963B57DC71}"/>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64508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DA501-37EE-7AE8-5236-50FBF597E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3CD5474-54BA-D9CB-E7E8-28B6F393AF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6B63D5-3E66-75AB-0E11-E58633C06F1F}"/>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205B47C9-080C-A555-127A-D0C995E0F1E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E44C264-B19A-8400-3D07-CD9534A69620}"/>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2487469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CC34-C1A8-1784-0B56-C568CAED11D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C3A62AA-2B42-9454-DB08-1E83EF9869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0693999-0461-2DC8-FC2F-F71BC70E70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A42C9F9-612C-95BD-7990-49162E8A55C3}"/>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6" name="Footer Placeholder 5">
            <a:extLst>
              <a:ext uri="{FF2B5EF4-FFF2-40B4-BE49-F238E27FC236}">
                <a16:creationId xmlns:a16="http://schemas.microsoft.com/office/drawing/2014/main" id="{5C17C9A9-053B-ECD5-28C3-8FE191EAF66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E9D6667-B598-0C23-9EE4-9CEE871B67E4}"/>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11941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7AD7-1503-A870-7C0A-DA944F4BF31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72D042C-4E4B-F3D6-979B-6080268A6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F6B32-0CCA-FB32-7DAD-BDFB52BEF3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9694B18-E5DF-C378-6761-435929B7F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C2867A-B24B-D71E-3084-126CFF82B9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047E7263-110C-E820-AFFE-E607C7C604D6}"/>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8" name="Footer Placeholder 7">
            <a:extLst>
              <a:ext uri="{FF2B5EF4-FFF2-40B4-BE49-F238E27FC236}">
                <a16:creationId xmlns:a16="http://schemas.microsoft.com/office/drawing/2014/main" id="{846F2070-0359-ECCA-5B79-52B07305FD6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038396F-4CAD-C57F-0604-B83E29F3F04C}"/>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38238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5FAE9-489F-3A88-DAD4-E728582D99A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D95FFDB-BC54-9138-E037-7F930D67CC0A}"/>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4" name="Footer Placeholder 3">
            <a:extLst>
              <a:ext uri="{FF2B5EF4-FFF2-40B4-BE49-F238E27FC236}">
                <a16:creationId xmlns:a16="http://schemas.microsoft.com/office/drawing/2014/main" id="{3AD80697-BB02-105E-9F5D-196CA48C437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F622E66-51BB-0AD6-AA88-A545A8507314}"/>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512108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621AD0-9720-516F-38DC-15A62F179610}"/>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3" name="Footer Placeholder 2">
            <a:extLst>
              <a:ext uri="{FF2B5EF4-FFF2-40B4-BE49-F238E27FC236}">
                <a16:creationId xmlns:a16="http://schemas.microsoft.com/office/drawing/2014/main" id="{43548931-723D-EFF8-5664-28A4614AEE0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82F27EA-5778-C8FE-448E-DFBE3863015C}"/>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1088437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A037-2649-41AB-BCC0-71357AA63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AECE22F-2A9D-2159-E5D4-536E01CFF2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551512D-45FF-C692-C613-E1ECB2493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6A91D-DB5D-E494-86F3-54AEF5F6AFBE}"/>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6" name="Footer Placeholder 5">
            <a:extLst>
              <a:ext uri="{FF2B5EF4-FFF2-40B4-BE49-F238E27FC236}">
                <a16:creationId xmlns:a16="http://schemas.microsoft.com/office/drawing/2014/main" id="{55D17A5D-8722-988A-FDFE-5BE68F092C5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A8D68DB-34D9-67B1-5637-41B7291565F3}"/>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2231094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89C20-15A4-5DB1-C804-10B16DC54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F6D60EF-2B7A-4576-981A-2DA191F6F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761DC68-B81D-2829-676D-7CF8C07AC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27BCB-0EA3-1FF9-3FEF-A497729CBC28}"/>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6" name="Footer Placeholder 5">
            <a:extLst>
              <a:ext uri="{FF2B5EF4-FFF2-40B4-BE49-F238E27FC236}">
                <a16:creationId xmlns:a16="http://schemas.microsoft.com/office/drawing/2014/main" id="{349F4C01-2C0E-281E-D3C1-F5285AD4488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3B6C156-60B5-C05F-4E7C-28C075B18E0E}"/>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290524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F1B09-C28B-EC23-495F-E45D3F6C3DD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7F884BB-6378-455A-CA85-AB476AE650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957F41D-0105-BA8F-2566-A58E4515DD23}"/>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ACCE162F-4EA9-E311-EA67-713DB47E634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30BF2C3-4931-5629-E578-11EE91EDB8A5}"/>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1502251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15B619-F5D3-A656-0531-156F15B21C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07E77BD-B0BF-92A4-AB9F-73D999A869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9C25F2F-45DA-6604-E90C-0985FD763742}"/>
              </a:ext>
            </a:extLst>
          </p:cNvPr>
          <p:cNvSpPr>
            <a:spLocks noGrp="1"/>
          </p:cNvSpPr>
          <p:nvPr>
            <p:ph type="dt" sz="half" idx="10"/>
          </p:nvPr>
        </p:nvSpPr>
        <p:spPr/>
        <p:txBody>
          <a:body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B7E81893-BD7D-6E12-3348-30F52898F4F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877E42E-5DA0-EBCE-DF19-5F5BFAC06B0F}"/>
              </a:ext>
            </a:extLst>
          </p:cNvPr>
          <p:cNvSpPr>
            <a:spLocks noGrp="1"/>
          </p:cNvSpPr>
          <p:nvPr>
            <p:ph type="sldNum" sz="quarter" idx="12"/>
          </p:nvPr>
        </p:nvSpPr>
        <p:spPr/>
        <p:txBody>
          <a:bodyPr/>
          <a:lstStyle/>
          <a:p>
            <a:fld id="{AF655DB1-62C4-4959-8A07-D04D2CD975CF}" type="slidenum">
              <a:rPr lang="en-CA" smtClean="0"/>
              <a:t>‹#›</a:t>
            </a:fld>
            <a:endParaRPr lang="en-CA"/>
          </a:p>
        </p:txBody>
      </p:sp>
    </p:spTree>
    <p:extLst>
      <p:ext uri="{BB962C8B-B14F-4D97-AF65-F5344CB8AC3E}">
        <p14:creationId xmlns:p14="http://schemas.microsoft.com/office/powerpoint/2010/main" val="2056356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2B48F-7A91-401F-AA9C-94D5EBBE9C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708248D-D888-1FC2-8C83-BD6922B67C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4A5BF6B-3D33-2A6F-8CCA-D8B0A086E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D5C03-D969-45DF-8DFE-A53F0DB28117}" type="datetimeFigureOut">
              <a:rPr lang="en-CA" smtClean="0"/>
              <a:t>2024-04-11</a:t>
            </a:fld>
            <a:endParaRPr lang="en-CA"/>
          </a:p>
        </p:txBody>
      </p:sp>
      <p:sp>
        <p:nvSpPr>
          <p:cNvPr id="5" name="Footer Placeholder 4">
            <a:extLst>
              <a:ext uri="{FF2B5EF4-FFF2-40B4-BE49-F238E27FC236}">
                <a16:creationId xmlns:a16="http://schemas.microsoft.com/office/drawing/2014/main" id="{C7937812-A263-1F3A-FBB3-DB1B93BCC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DF005762-47B7-DB13-EA19-C07362965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655DB1-62C4-4959-8A07-D04D2CD975CF}" type="slidenum">
              <a:rPr lang="en-CA" smtClean="0"/>
              <a:t>‹#›</a:t>
            </a:fld>
            <a:endParaRPr lang="en-CA"/>
          </a:p>
        </p:txBody>
      </p:sp>
    </p:spTree>
    <p:extLst>
      <p:ext uri="{BB962C8B-B14F-4D97-AF65-F5344CB8AC3E}">
        <p14:creationId xmlns:p14="http://schemas.microsoft.com/office/powerpoint/2010/main" val="413593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5" name="Group 234">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13" name="Oval 212">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Oval 216">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9" name="Rectangle 238">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2" name="Group 221">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23" name="Straight Connector 222">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28" name="Rectangle 227">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0" name="Group 229">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231" name="Straight Connector 230">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203" name="Video 198" title="Women in the cinema">
            <a:hlinkClick r:id="" action="ppaction://media"/>
            <a:extLst>
              <a:ext uri="{FF2B5EF4-FFF2-40B4-BE49-F238E27FC236}">
                <a16:creationId xmlns:a16="http://schemas.microsoft.com/office/drawing/2014/main" id="{0812BDA4-5751-A23C-8D2E-E6A33FD0867B}"/>
              </a:ext>
            </a:extLst>
          </p:cNvPr>
          <p:cNvPicPr>
            <a:picLocks noChangeAspect="1"/>
          </p:cNvPicPr>
          <p:nvPr>
            <a:videoFile r:link="rId2"/>
            <p:extLst>
              <p:ext uri="{DAA4B4D4-6D71-4841-9C94-3DE7FCFB9230}">
                <p14:media xmlns:p14="http://schemas.microsoft.com/office/powerpoint/2010/main" r:embed="rId1"/>
              </p:ext>
            </p:extLst>
          </p:nvPr>
        </p:nvPicPr>
        <p:blipFill>
          <a:blip r:embed="rId4">
            <a:duotone>
              <a:prstClr val="black"/>
              <a:schemeClr val="bg1">
                <a:tint val="45000"/>
                <a:satMod val="400000"/>
              </a:schemeClr>
            </a:duotone>
            <a:alphaModFix amt="25000"/>
          </a:blip>
          <a:stretch>
            <a:fillRect/>
          </a:stretch>
        </p:blipFill>
        <p:spPr>
          <a:xfrm>
            <a:off x="782668" y="29548"/>
            <a:ext cx="10691281" cy="6013845"/>
          </a:xfrm>
          <a:prstGeom prst="rect">
            <a:avLst/>
          </a:prstGeom>
        </p:spPr>
      </p:pic>
      <p:sp>
        <p:nvSpPr>
          <p:cNvPr id="2" name="Title 1">
            <a:extLst>
              <a:ext uri="{FF2B5EF4-FFF2-40B4-BE49-F238E27FC236}">
                <a16:creationId xmlns:a16="http://schemas.microsoft.com/office/drawing/2014/main" id="{5617F74B-90D3-4597-921A-225F07DB562D}"/>
              </a:ext>
            </a:extLst>
          </p:cNvPr>
          <p:cNvSpPr>
            <a:spLocks noGrp="1"/>
          </p:cNvSpPr>
          <p:nvPr>
            <p:ph type="ctrTitle"/>
          </p:nvPr>
        </p:nvSpPr>
        <p:spPr>
          <a:xfrm>
            <a:off x="2618173" y="630936"/>
            <a:ext cx="7315200" cy="2702018"/>
          </a:xfrm>
          <a:noFill/>
        </p:spPr>
        <p:txBody>
          <a:bodyPr anchor="b">
            <a:normAutofit/>
          </a:bodyPr>
          <a:lstStyle/>
          <a:p>
            <a:r>
              <a:rPr lang="en-CA" sz="4800" b="1" dirty="0">
                <a:solidFill>
                  <a:schemeClr val="bg1"/>
                </a:solidFill>
              </a:rPr>
              <a:t>Unlocking The Thrill</a:t>
            </a:r>
            <a:br>
              <a:rPr lang="en-CA" sz="4800" dirty="0">
                <a:solidFill>
                  <a:schemeClr val="bg1"/>
                </a:solidFill>
              </a:rPr>
            </a:br>
            <a:r>
              <a:rPr lang="en-CA" sz="1600" i="1" dirty="0">
                <a:solidFill>
                  <a:schemeClr val="bg1"/>
                </a:solidFill>
                <a:latin typeface="Italics"/>
              </a:rPr>
              <a:t>a tale of movie trailers vs. movie teasers</a:t>
            </a:r>
          </a:p>
        </p:txBody>
      </p:sp>
      <p:sp>
        <p:nvSpPr>
          <p:cNvPr id="3" name="Subtitle 2">
            <a:extLst>
              <a:ext uri="{FF2B5EF4-FFF2-40B4-BE49-F238E27FC236}">
                <a16:creationId xmlns:a16="http://schemas.microsoft.com/office/drawing/2014/main" id="{646D24A6-BBB7-02C6-6CA3-FE5DD13B025F}"/>
              </a:ext>
            </a:extLst>
          </p:cNvPr>
          <p:cNvSpPr>
            <a:spLocks noGrp="1"/>
          </p:cNvSpPr>
          <p:nvPr>
            <p:ph type="subTitle" idx="1"/>
          </p:nvPr>
        </p:nvSpPr>
        <p:spPr>
          <a:xfrm>
            <a:off x="2618174" y="3427487"/>
            <a:ext cx="7315200" cy="2615906"/>
          </a:xfrm>
          <a:noFill/>
        </p:spPr>
        <p:txBody>
          <a:bodyPr anchor="t">
            <a:normAutofit/>
          </a:bodyPr>
          <a:lstStyle/>
          <a:p>
            <a:r>
              <a:rPr lang="en-CA">
                <a:solidFill>
                  <a:schemeClr val="bg1"/>
                </a:solidFill>
              </a:rPr>
              <a:t>By Soteria Ebulu </a:t>
            </a:r>
          </a:p>
        </p:txBody>
      </p:sp>
    </p:spTree>
    <p:extLst>
      <p:ext uri="{BB962C8B-B14F-4D97-AF65-F5344CB8AC3E}">
        <p14:creationId xmlns:p14="http://schemas.microsoft.com/office/powerpoint/2010/main" val="2788891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920" fill="hold"/>
                                        <p:tgtEl>
                                          <p:spTgt spid="20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203"/>
                </p:tgtEl>
              </p:cMediaNode>
            </p:video>
            <p:seq concurrent="1" nextAc="seek">
              <p:cTn id="8" restart="whenNotActive" fill="hold" evtFilter="cancelBubble" nodeType="interactiveSeq">
                <p:stCondLst>
                  <p:cond evt="onClick" delay="0">
                    <p:tgtEl>
                      <p:spTgt spid="20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3"/>
                                        </p:tgtEl>
                                      </p:cBhvr>
                                    </p:cmd>
                                  </p:childTnLst>
                                </p:cTn>
                              </p:par>
                            </p:childTnLst>
                          </p:cTn>
                        </p:par>
                      </p:childTnLst>
                    </p:cTn>
                  </p:par>
                </p:childTnLst>
              </p:cTn>
              <p:nextCondLst>
                <p:cond evt="onClick" delay="0">
                  <p:tgtEl>
                    <p:spTgt spid="20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C4F84-F3C8-6CA5-CAC9-F5EB753BF85A}"/>
              </a:ext>
            </a:extLst>
          </p:cNvPr>
          <p:cNvSpPr>
            <a:spLocks noGrp="1"/>
          </p:cNvSpPr>
          <p:nvPr>
            <p:ph type="title"/>
          </p:nvPr>
        </p:nvSpPr>
        <p:spPr>
          <a:xfrm>
            <a:off x="6803409" y="762001"/>
            <a:ext cx="4156512" cy="1708244"/>
          </a:xfrm>
        </p:spPr>
        <p:txBody>
          <a:bodyPr anchor="ctr">
            <a:normAutofit/>
          </a:bodyPr>
          <a:lstStyle/>
          <a:p>
            <a:r>
              <a:rPr lang="en-CA" sz="4000" dirty="0"/>
              <a:t>Introduction</a:t>
            </a:r>
          </a:p>
        </p:txBody>
      </p:sp>
      <p:pic>
        <p:nvPicPr>
          <p:cNvPr id="5" name="Picture 4" descr="VIP rope barrier">
            <a:extLst>
              <a:ext uri="{FF2B5EF4-FFF2-40B4-BE49-F238E27FC236}">
                <a16:creationId xmlns:a16="http://schemas.microsoft.com/office/drawing/2014/main" id="{5401CDF4-F4F1-00F8-626A-10A009486D23}"/>
              </a:ext>
            </a:extLst>
          </p:cNvPr>
          <p:cNvPicPr>
            <a:picLocks noChangeAspect="1"/>
          </p:cNvPicPr>
          <p:nvPr/>
        </p:nvPicPr>
        <p:blipFill rotWithShape="1">
          <a:blip r:embed="rId2"/>
          <a:srcRect l="26343" r="9659" b="2"/>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5EC6DDE1-92AA-85C5-7DC7-5F6E50B925B3}"/>
              </a:ext>
            </a:extLst>
          </p:cNvPr>
          <p:cNvSpPr>
            <a:spLocks noGrp="1"/>
          </p:cNvSpPr>
          <p:nvPr>
            <p:ph idx="1"/>
          </p:nvPr>
        </p:nvSpPr>
        <p:spPr>
          <a:xfrm>
            <a:off x="6803409" y="2470245"/>
            <a:ext cx="4156512" cy="3769835"/>
          </a:xfrm>
        </p:spPr>
        <p:txBody>
          <a:bodyPr anchor="ctr">
            <a:normAutofit/>
          </a:bodyPr>
          <a:lstStyle/>
          <a:p>
            <a:pPr marL="0" indent="0">
              <a:buNone/>
            </a:pPr>
            <a:endParaRPr lang="en-US" sz="1700" dirty="0">
              <a:highlight>
                <a:srgbClr val="212121"/>
              </a:highlight>
              <a:latin typeface="Söhne"/>
            </a:endParaRPr>
          </a:p>
          <a:p>
            <a:r>
              <a:rPr lang="en-US" sz="1700" dirty="0"/>
              <a:t>In the realm of cinema, anticipation is a key ingredient in the recipe for success.</a:t>
            </a:r>
          </a:p>
          <a:p>
            <a:r>
              <a:rPr kumimoji="0" lang="en-US" altLang="en-US" sz="1700" i="0" u="none" strike="noStrike" cap="none" normalizeH="0" baseline="0" dirty="0">
                <a:ln>
                  <a:noFill/>
                </a:ln>
                <a:effectLst/>
              </a:rPr>
              <a:t>Movie teasers, or enticing previews into upcoming films, have enormous potential to capture fans' imaginations around the world. </a:t>
            </a:r>
          </a:p>
          <a:p>
            <a:r>
              <a:rPr kumimoji="0" lang="en-US" altLang="en-US" sz="1700" i="0" u="none" strike="noStrike" cap="none" normalizeH="0" baseline="0" dirty="0">
                <a:ln>
                  <a:noFill/>
                </a:ln>
                <a:effectLst/>
              </a:rPr>
              <a:t>But what distinguishes a teaser from a trailer? Join us on a journey as we delve into the facts behind </a:t>
            </a:r>
            <a:r>
              <a:rPr lang="en-US" altLang="en-US" sz="1700" dirty="0"/>
              <a:t>these two </a:t>
            </a:r>
            <a:r>
              <a:rPr kumimoji="0" lang="en-US" altLang="en-US" sz="1700" i="0" u="none" strike="noStrike" cap="none" normalizeH="0" baseline="0" dirty="0">
                <a:ln>
                  <a:noFill/>
                </a:ln>
                <a:effectLst/>
              </a:rPr>
              <a:t>and learn the secrets of their thrill.</a:t>
            </a:r>
          </a:p>
          <a:p>
            <a:endParaRPr lang="en-CA" sz="1700" b="1" dirty="0"/>
          </a:p>
        </p:txBody>
      </p:sp>
    </p:spTree>
    <p:extLst>
      <p:ext uri="{BB962C8B-B14F-4D97-AF65-F5344CB8AC3E}">
        <p14:creationId xmlns:p14="http://schemas.microsoft.com/office/powerpoint/2010/main" val="3931622345"/>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4"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movie trailers coming soon for Sale,Up To OFF 63%">
            <a:extLst>
              <a:ext uri="{FF2B5EF4-FFF2-40B4-BE49-F238E27FC236}">
                <a16:creationId xmlns:a16="http://schemas.microsoft.com/office/drawing/2014/main" id="{A4ECD9B8-5898-2A77-9B54-23015B8739AE}"/>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356" r="2" b="1144"/>
          <a:stretch/>
        </p:blipFill>
        <p:spPr bwMode="auto">
          <a:xfrm>
            <a:off x="20" y="5147"/>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9068473-427F-CE5A-962E-39695E2D83C9}"/>
              </a:ext>
            </a:extLst>
          </p:cNvPr>
          <p:cNvSpPr>
            <a:spLocks noGrp="1"/>
          </p:cNvSpPr>
          <p:nvPr>
            <p:ph type="title"/>
          </p:nvPr>
        </p:nvSpPr>
        <p:spPr>
          <a:xfrm>
            <a:off x="841249" y="941832"/>
            <a:ext cx="10506456" cy="2057400"/>
          </a:xfrm>
        </p:spPr>
        <p:txBody>
          <a:bodyPr anchor="b">
            <a:normAutofit/>
          </a:bodyPr>
          <a:lstStyle/>
          <a:p>
            <a:r>
              <a:rPr lang="en-CA" sz="5000" dirty="0">
                <a:solidFill>
                  <a:schemeClr val="bg1"/>
                </a:solidFill>
              </a:rPr>
              <a:t>What distinguishes two?</a:t>
            </a:r>
          </a:p>
        </p:txBody>
      </p:sp>
      <p:sp>
        <p:nvSpPr>
          <p:cNvPr id="3085" name="Rectangle 308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3" name="Rectangle 308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ACE6C7F-F47D-1A7D-1CB6-847DAEFF66F5}"/>
              </a:ext>
            </a:extLst>
          </p:cNvPr>
          <p:cNvSpPr>
            <a:spLocks noGrp="1"/>
          </p:cNvSpPr>
          <p:nvPr>
            <p:ph idx="1"/>
          </p:nvPr>
        </p:nvSpPr>
        <p:spPr>
          <a:xfrm>
            <a:off x="841248" y="3502152"/>
            <a:ext cx="10506456" cy="2670048"/>
          </a:xfrm>
        </p:spPr>
        <p:txBody>
          <a:bodyPr>
            <a:normAutofit/>
          </a:bodyPr>
          <a:lstStyle/>
          <a:p>
            <a:r>
              <a:rPr lang="en-CA" sz="2000" dirty="0">
                <a:solidFill>
                  <a:schemeClr val="bg1"/>
                </a:solidFill>
              </a:rPr>
              <a:t>A movie teaser lets you know in less than 30 seconds that something is coming soon.</a:t>
            </a:r>
          </a:p>
          <a:p>
            <a:r>
              <a:rPr lang="en-CA" sz="2000" dirty="0">
                <a:solidFill>
                  <a:schemeClr val="bg1"/>
                </a:solidFill>
              </a:rPr>
              <a:t> A movie trailer lasts 1 to 2 minutes and tries to tell you to take action.</a:t>
            </a:r>
          </a:p>
          <a:p>
            <a:pPr marL="0" indent="0">
              <a:buNone/>
            </a:pPr>
            <a:r>
              <a:rPr lang="en-CA" sz="2000" dirty="0">
                <a:solidFill>
                  <a:schemeClr val="bg1"/>
                </a:solidFill>
              </a:rPr>
              <a:t> </a:t>
            </a:r>
          </a:p>
        </p:txBody>
      </p:sp>
    </p:spTree>
    <p:extLst>
      <p:ext uri="{BB962C8B-B14F-4D97-AF65-F5344CB8AC3E}">
        <p14:creationId xmlns:p14="http://schemas.microsoft.com/office/powerpoint/2010/main" val="3738401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m reel and slate">
            <a:extLst>
              <a:ext uri="{FF2B5EF4-FFF2-40B4-BE49-F238E27FC236}">
                <a16:creationId xmlns:a16="http://schemas.microsoft.com/office/drawing/2014/main" id="{AF23BE61-9891-C637-109E-8735D1AC3DB9}"/>
              </a:ext>
            </a:extLst>
          </p:cNvPr>
          <p:cNvPicPr>
            <a:picLocks noChangeAspect="1"/>
          </p:cNvPicPr>
          <p:nvPr/>
        </p:nvPicPr>
        <p:blipFill rotWithShape="1">
          <a:blip r:embed="rId2">
            <a:alphaModFix amt="40000"/>
          </a:blip>
          <a:srcRect t="12496" b="3234"/>
          <a:stretch/>
        </p:blipFill>
        <p:spPr>
          <a:xfrm>
            <a:off x="20" y="10"/>
            <a:ext cx="12191979" cy="6857990"/>
          </a:xfrm>
          <a:prstGeom prst="rect">
            <a:avLst/>
          </a:prstGeom>
        </p:spPr>
      </p:pic>
      <p:sp>
        <p:nvSpPr>
          <p:cNvPr id="2" name="Title 1">
            <a:extLst>
              <a:ext uri="{FF2B5EF4-FFF2-40B4-BE49-F238E27FC236}">
                <a16:creationId xmlns:a16="http://schemas.microsoft.com/office/drawing/2014/main" id="{64EE7E3B-1004-6AC0-4BED-4661FDE743B3}"/>
              </a:ext>
            </a:extLst>
          </p:cNvPr>
          <p:cNvSpPr>
            <a:spLocks noGrp="1"/>
          </p:cNvSpPr>
          <p:nvPr>
            <p:ph type="title"/>
          </p:nvPr>
        </p:nvSpPr>
        <p:spPr>
          <a:xfrm>
            <a:off x="841249" y="941832"/>
            <a:ext cx="10506456" cy="2057400"/>
          </a:xfrm>
        </p:spPr>
        <p:txBody>
          <a:bodyPr anchor="b">
            <a:normAutofit/>
          </a:bodyPr>
          <a:lstStyle/>
          <a:p>
            <a:r>
              <a:rPr lang="en-CA" sz="5000" dirty="0">
                <a:solidFill>
                  <a:schemeClr val="bg1"/>
                </a:solidFill>
              </a:rPr>
              <a:t>The audience </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A10CD99-7700-D5A4-6D6C-D98AB6206B16}"/>
              </a:ext>
            </a:extLst>
          </p:cNvPr>
          <p:cNvSpPr>
            <a:spLocks noGrp="1"/>
          </p:cNvSpPr>
          <p:nvPr>
            <p:ph idx="1"/>
          </p:nvPr>
        </p:nvSpPr>
        <p:spPr>
          <a:xfrm>
            <a:off x="841248" y="3502152"/>
            <a:ext cx="10506456" cy="2670048"/>
          </a:xfrm>
        </p:spPr>
        <p:txBody>
          <a:bodyPr>
            <a:normAutofit/>
          </a:bodyPr>
          <a:lstStyle/>
          <a:p>
            <a:r>
              <a:rPr lang="en-CA" sz="2000" dirty="0">
                <a:solidFill>
                  <a:schemeClr val="bg1"/>
                </a:solidFill>
              </a:rPr>
              <a:t>Film makers often wonder what would increase the amount viewers to watch their movies and it could be either of the two.</a:t>
            </a:r>
          </a:p>
          <a:p>
            <a:pPr marL="0" indent="0">
              <a:buNone/>
            </a:pPr>
            <a:r>
              <a:rPr lang="en-CA" sz="2000" dirty="0">
                <a:solidFill>
                  <a:schemeClr val="bg1"/>
                </a:solidFill>
              </a:rPr>
              <a:t>	- The engagement of movie enthusiasts while watching teasers and trailers</a:t>
            </a:r>
          </a:p>
          <a:p>
            <a:pPr marL="0" indent="0">
              <a:buNone/>
            </a:pPr>
            <a:r>
              <a:rPr lang="en-CA" sz="2000" dirty="0">
                <a:solidFill>
                  <a:schemeClr val="bg1"/>
                </a:solidFill>
              </a:rPr>
              <a:t>	</a:t>
            </a:r>
          </a:p>
        </p:txBody>
      </p:sp>
    </p:spTree>
    <p:extLst>
      <p:ext uri="{BB962C8B-B14F-4D97-AF65-F5344CB8AC3E}">
        <p14:creationId xmlns:p14="http://schemas.microsoft.com/office/powerpoint/2010/main" val="36170358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Mindy Kaling's 'Velma' Animated Show Cast and Who They're Playing">
            <a:extLst>
              <a:ext uri="{FF2B5EF4-FFF2-40B4-BE49-F238E27FC236}">
                <a16:creationId xmlns:a16="http://schemas.microsoft.com/office/drawing/2014/main" id="{87E8F6C9-12A4-926C-A9F6-398A3DADC7C7}"/>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5885" b="19115"/>
          <a:stretch/>
        </p:blipFill>
        <p:spPr bwMode="auto">
          <a:xfrm>
            <a:off x="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060" name="Rectangle 205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59" name="Rectangle 205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062" name="Content Placeholder 2">
            <a:extLst>
              <a:ext uri="{FF2B5EF4-FFF2-40B4-BE49-F238E27FC236}">
                <a16:creationId xmlns:a16="http://schemas.microsoft.com/office/drawing/2014/main" id="{65AC7F21-E4F8-4FD6-BE5E-398582F933CB}"/>
              </a:ext>
            </a:extLst>
          </p:cNvPr>
          <p:cNvGraphicFramePr>
            <a:graphicFrameLocks noGrp="1"/>
          </p:cNvGraphicFramePr>
          <p:nvPr>
            <p:ph idx="1"/>
            <p:extLst>
              <p:ext uri="{D42A27DB-BD31-4B8C-83A1-F6EECF244321}">
                <p14:modId xmlns:p14="http://schemas.microsoft.com/office/powerpoint/2010/main" val="550093472"/>
              </p:ext>
            </p:extLst>
          </p:nvPr>
        </p:nvGraphicFramePr>
        <p:xfrm>
          <a:off x="841248" y="3502152"/>
          <a:ext cx="10506456" cy="2670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02306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59EFD-B789-57A9-7863-7E534A980708}"/>
              </a:ext>
            </a:extLst>
          </p:cNvPr>
          <p:cNvSpPr>
            <a:spLocks noGrp="1"/>
          </p:cNvSpPr>
          <p:nvPr>
            <p:ph type="title"/>
          </p:nvPr>
        </p:nvSpPr>
        <p:spPr/>
        <p:txBody>
          <a:bodyPr/>
          <a:lstStyle/>
          <a:p>
            <a:r>
              <a:rPr lang="en-CA" dirty="0"/>
              <a:t>Table of engagements</a:t>
            </a:r>
          </a:p>
        </p:txBody>
      </p:sp>
      <p:graphicFrame>
        <p:nvGraphicFramePr>
          <p:cNvPr id="4" name="Content Placeholder 3">
            <a:extLst>
              <a:ext uri="{FF2B5EF4-FFF2-40B4-BE49-F238E27FC236}">
                <a16:creationId xmlns:a16="http://schemas.microsoft.com/office/drawing/2014/main" id="{D9466C2C-ED56-C47F-5541-EFC1F7128DAF}"/>
              </a:ext>
            </a:extLst>
          </p:cNvPr>
          <p:cNvGraphicFramePr>
            <a:graphicFrameLocks noGrp="1"/>
          </p:cNvGraphicFramePr>
          <p:nvPr>
            <p:ph idx="1"/>
            <p:extLst>
              <p:ext uri="{D42A27DB-BD31-4B8C-83A1-F6EECF244321}">
                <p14:modId xmlns:p14="http://schemas.microsoft.com/office/powerpoint/2010/main" val="2565394008"/>
              </p:ext>
            </p:extLst>
          </p:nvPr>
        </p:nvGraphicFramePr>
        <p:xfrm>
          <a:off x="785973" y="1825625"/>
          <a:ext cx="10567827" cy="2392680"/>
        </p:xfrm>
        <a:graphic>
          <a:graphicData uri="http://schemas.openxmlformats.org/drawingml/2006/table">
            <a:tbl>
              <a:tblPr firstRow="1" bandRow="1">
                <a:tableStyleId>{7DF18680-E054-41AD-8BC1-D1AEF772440D}</a:tableStyleId>
              </a:tblPr>
              <a:tblGrid>
                <a:gridCol w="3025739">
                  <a:extLst>
                    <a:ext uri="{9D8B030D-6E8A-4147-A177-3AD203B41FA5}">
                      <a16:colId xmlns:a16="http://schemas.microsoft.com/office/drawing/2014/main" val="2300206336"/>
                    </a:ext>
                  </a:extLst>
                </a:gridCol>
                <a:gridCol w="1649003">
                  <a:extLst>
                    <a:ext uri="{9D8B030D-6E8A-4147-A177-3AD203B41FA5}">
                      <a16:colId xmlns:a16="http://schemas.microsoft.com/office/drawing/2014/main" val="1351095872"/>
                    </a:ext>
                  </a:extLst>
                </a:gridCol>
                <a:gridCol w="1686845">
                  <a:extLst>
                    <a:ext uri="{9D8B030D-6E8A-4147-A177-3AD203B41FA5}">
                      <a16:colId xmlns:a16="http://schemas.microsoft.com/office/drawing/2014/main" val="1966435143"/>
                    </a:ext>
                  </a:extLst>
                </a:gridCol>
                <a:gridCol w="2103120">
                  <a:extLst>
                    <a:ext uri="{9D8B030D-6E8A-4147-A177-3AD203B41FA5}">
                      <a16:colId xmlns:a16="http://schemas.microsoft.com/office/drawing/2014/main" val="3687618309"/>
                    </a:ext>
                  </a:extLst>
                </a:gridCol>
                <a:gridCol w="2103120">
                  <a:extLst>
                    <a:ext uri="{9D8B030D-6E8A-4147-A177-3AD203B41FA5}">
                      <a16:colId xmlns:a16="http://schemas.microsoft.com/office/drawing/2014/main" val="3072241312"/>
                    </a:ext>
                  </a:extLst>
                </a:gridCol>
              </a:tblGrid>
              <a:tr h="370840">
                <a:tc>
                  <a:txBody>
                    <a:bodyPr/>
                    <a:lstStyle/>
                    <a:p>
                      <a:r>
                        <a:rPr lang="en-CA" dirty="0"/>
                        <a:t>YOUTUBE VIDEOS </a:t>
                      </a:r>
                    </a:p>
                  </a:txBody>
                  <a:tcPr/>
                </a:tc>
                <a:tc>
                  <a:txBody>
                    <a:bodyPr/>
                    <a:lstStyle/>
                    <a:p>
                      <a:r>
                        <a:rPr lang="en-CA" dirty="0"/>
                        <a:t>SUM OF VIEW COUNT </a:t>
                      </a:r>
                    </a:p>
                  </a:txBody>
                  <a:tcPr/>
                </a:tc>
                <a:tc>
                  <a:txBody>
                    <a:bodyPr/>
                    <a:lstStyle/>
                    <a:p>
                      <a:r>
                        <a:rPr lang="en-CA" dirty="0"/>
                        <a:t>SUM OF LIKES</a:t>
                      </a:r>
                    </a:p>
                  </a:txBody>
                  <a:tcPr/>
                </a:tc>
                <a:tc>
                  <a:txBody>
                    <a:bodyPr/>
                    <a:lstStyle/>
                    <a:p>
                      <a:r>
                        <a:rPr lang="en-CA" dirty="0"/>
                        <a:t>SUM OF DISLIKES</a:t>
                      </a:r>
                    </a:p>
                  </a:txBody>
                  <a:tcPr/>
                </a:tc>
                <a:tc>
                  <a:txBody>
                    <a:bodyPr/>
                    <a:lstStyle/>
                    <a:p>
                      <a:r>
                        <a:rPr lang="en-CA" dirty="0"/>
                        <a:t>SUM OF COMMENTS</a:t>
                      </a:r>
                    </a:p>
                  </a:txBody>
                  <a:tcPr/>
                </a:tc>
                <a:extLst>
                  <a:ext uri="{0D108BD9-81ED-4DB2-BD59-A6C34878D82A}">
                    <a16:rowId xmlns:a16="http://schemas.microsoft.com/office/drawing/2014/main" val="1813393308"/>
                  </a:ext>
                </a:extLst>
              </a:tr>
              <a:tr h="370840">
                <a:tc>
                  <a:txBody>
                    <a:bodyPr/>
                    <a:lstStyle/>
                    <a:p>
                      <a:r>
                        <a:rPr lang="en-CA" dirty="0"/>
                        <a:t>Honest Trailers   Velma</a:t>
                      </a:r>
                    </a:p>
                  </a:txBody>
                  <a:tcPr/>
                </a:tc>
                <a:tc>
                  <a:txBody>
                    <a:bodyPr/>
                    <a:lstStyle/>
                    <a:p>
                      <a:r>
                        <a:rPr lang="en-CA" dirty="0"/>
                        <a:t>6,736,142</a:t>
                      </a:r>
                    </a:p>
                  </a:txBody>
                  <a:tcPr/>
                </a:tc>
                <a:tc>
                  <a:txBody>
                    <a:bodyPr/>
                    <a:lstStyle/>
                    <a:p>
                      <a:r>
                        <a:rPr lang="en-CA" dirty="0"/>
                        <a:t>339,207</a:t>
                      </a:r>
                    </a:p>
                  </a:txBody>
                  <a:tcPr/>
                </a:tc>
                <a:tc>
                  <a:txBody>
                    <a:bodyPr/>
                    <a:lstStyle/>
                    <a:p>
                      <a:r>
                        <a:rPr lang="en-CA" dirty="0"/>
                        <a:t>0</a:t>
                      </a:r>
                    </a:p>
                  </a:txBody>
                  <a:tcPr/>
                </a:tc>
                <a:tc>
                  <a:txBody>
                    <a:bodyPr/>
                    <a:lstStyle/>
                    <a:p>
                      <a:r>
                        <a:rPr lang="en-CA" dirty="0"/>
                        <a:t>37,478</a:t>
                      </a:r>
                    </a:p>
                  </a:txBody>
                  <a:tcPr/>
                </a:tc>
                <a:extLst>
                  <a:ext uri="{0D108BD9-81ED-4DB2-BD59-A6C34878D82A}">
                    <a16:rowId xmlns:a16="http://schemas.microsoft.com/office/drawing/2014/main" val="2217800136"/>
                  </a:ext>
                </a:extLst>
              </a:tr>
              <a:tr h="370840">
                <a:tc>
                  <a:txBody>
                    <a:bodyPr/>
                    <a:lstStyle/>
                    <a:p>
                      <a:r>
                        <a:rPr lang="en-CA" dirty="0"/>
                        <a:t>Ok, Velma is worse than I thought </a:t>
                      </a:r>
                    </a:p>
                  </a:txBody>
                  <a:tcPr/>
                </a:tc>
                <a:tc>
                  <a:txBody>
                    <a:bodyPr/>
                    <a:lstStyle/>
                    <a:p>
                      <a:r>
                        <a:rPr lang="en-CA" dirty="0"/>
                        <a:t>3,838,602</a:t>
                      </a:r>
                    </a:p>
                  </a:txBody>
                  <a:tcPr/>
                </a:tc>
                <a:tc>
                  <a:txBody>
                    <a:bodyPr/>
                    <a:lstStyle/>
                    <a:p>
                      <a:r>
                        <a:rPr lang="en-CA" dirty="0"/>
                        <a:t>201,301</a:t>
                      </a:r>
                    </a:p>
                  </a:txBody>
                  <a:tcPr/>
                </a:tc>
                <a:tc>
                  <a:txBody>
                    <a:bodyPr/>
                    <a:lstStyle/>
                    <a:p>
                      <a:r>
                        <a:rPr lang="en-CA" dirty="0"/>
                        <a:t>0</a:t>
                      </a:r>
                    </a:p>
                  </a:txBody>
                  <a:tcPr/>
                </a:tc>
                <a:tc>
                  <a:txBody>
                    <a:bodyPr/>
                    <a:lstStyle/>
                    <a:p>
                      <a:r>
                        <a:rPr lang="en-CA" dirty="0"/>
                        <a:t>32,767</a:t>
                      </a:r>
                    </a:p>
                  </a:txBody>
                  <a:tcPr/>
                </a:tc>
                <a:extLst>
                  <a:ext uri="{0D108BD9-81ED-4DB2-BD59-A6C34878D82A}">
                    <a16:rowId xmlns:a16="http://schemas.microsoft.com/office/drawing/2014/main" val="2207373091"/>
                  </a:ext>
                </a:extLst>
              </a:tr>
              <a:tr h="370840">
                <a:tc>
                  <a:txBody>
                    <a:bodyPr/>
                    <a:lstStyle/>
                    <a:p>
                      <a:r>
                        <a:rPr lang="en-CA" dirty="0"/>
                        <a:t>Velma  Official Teaser    HBO</a:t>
                      </a:r>
                    </a:p>
                  </a:txBody>
                  <a:tcPr/>
                </a:tc>
                <a:tc>
                  <a:txBody>
                    <a:bodyPr/>
                    <a:lstStyle/>
                    <a:p>
                      <a:r>
                        <a:rPr lang="en-CA" dirty="0"/>
                        <a:t>8,204,059</a:t>
                      </a:r>
                    </a:p>
                  </a:txBody>
                  <a:tcPr/>
                </a:tc>
                <a:tc>
                  <a:txBody>
                    <a:bodyPr/>
                    <a:lstStyle/>
                    <a:p>
                      <a:r>
                        <a:rPr lang="en-CA" dirty="0"/>
                        <a:t>143,048</a:t>
                      </a:r>
                    </a:p>
                  </a:txBody>
                  <a:tcPr/>
                </a:tc>
                <a:tc>
                  <a:txBody>
                    <a:bodyPr/>
                    <a:lstStyle/>
                    <a:p>
                      <a:r>
                        <a:rPr lang="en-CA" dirty="0"/>
                        <a:t>0</a:t>
                      </a:r>
                    </a:p>
                  </a:txBody>
                  <a:tcPr/>
                </a:tc>
                <a:tc>
                  <a:txBody>
                    <a:bodyPr/>
                    <a:lstStyle/>
                    <a:p>
                      <a:r>
                        <a:rPr lang="en-CA" dirty="0"/>
                        <a:t>96,113</a:t>
                      </a:r>
                    </a:p>
                  </a:txBody>
                  <a:tcPr/>
                </a:tc>
                <a:extLst>
                  <a:ext uri="{0D108BD9-81ED-4DB2-BD59-A6C34878D82A}">
                    <a16:rowId xmlns:a16="http://schemas.microsoft.com/office/drawing/2014/main" val="707497911"/>
                  </a:ext>
                </a:extLst>
              </a:tr>
              <a:tr h="370840">
                <a:tc>
                  <a:txBody>
                    <a:bodyPr/>
                    <a:lstStyle/>
                    <a:p>
                      <a:r>
                        <a:rPr lang="en-CA" dirty="0"/>
                        <a:t>Velma  Official Trailer     HBO</a:t>
                      </a:r>
                    </a:p>
                  </a:txBody>
                  <a:tcPr/>
                </a:tc>
                <a:tc>
                  <a:txBody>
                    <a:bodyPr/>
                    <a:lstStyle/>
                    <a:p>
                      <a:r>
                        <a:rPr lang="en-CA" dirty="0"/>
                        <a:t>31,198,652</a:t>
                      </a:r>
                    </a:p>
                  </a:txBody>
                  <a:tcPr/>
                </a:tc>
                <a:tc>
                  <a:txBody>
                    <a:bodyPr/>
                    <a:lstStyle/>
                    <a:p>
                      <a:r>
                        <a:rPr lang="en-CA" dirty="0"/>
                        <a:t>45,812</a:t>
                      </a:r>
                    </a:p>
                  </a:txBody>
                  <a:tcPr/>
                </a:tc>
                <a:tc>
                  <a:txBody>
                    <a:bodyPr/>
                    <a:lstStyle/>
                    <a:p>
                      <a:r>
                        <a:rPr lang="en-CA" dirty="0"/>
                        <a:t>0</a:t>
                      </a:r>
                    </a:p>
                  </a:txBody>
                  <a:tcPr/>
                </a:tc>
                <a:tc>
                  <a:txBody>
                    <a:bodyPr/>
                    <a:lstStyle/>
                    <a:p>
                      <a:r>
                        <a:rPr lang="en-CA" dirty="0"/>
                        <a:t>0</a:t>
                      </a:r>
                    </a:p>
                  </a:txBody>
                  <a:tcPr/>
                </a:tc>
                <a:extLst>
                  <a:ext uri="{0D108BD9-81ED-4DB2-BD59-A6C34878D82A}">
                    <a16:rowId xmlns:a16="http://schemas.microsoft.com/office/drawing/2014/main" val="3842386215"/>
                  </a:ext>
                </a:extLst>
              </a:tr>
            </a:tbl>
          </a:graphicData>
        </a:graphic>
      </p:graphicFrame>
      <p:cxnSp>
        <p:nvCxnSpPr>
          <p:cNvPr id="6" name="Straight Connector 5">
            <a:extLst>
              <a:ext uri="{FF2B5EF4-FFF2-40B4-BE49-F238E27FC236}">
                <a16:creationId xmlns:a16="http://schemas.microsoft.com/office/drawing/2014/main" id="{8383786C-3127-4C13-65F4-EE8769476996}"/>
              </a:ext>
            </a:extLst>
          </p:cNvPr>
          <p:cNvCxnSpPr>
            <a:cxnSpLocks/>
          </p:cNvCxnSpPr>
          <p:nvPr/>
        </p:nvCxnSpPr>
        <p:spPr>
          <a:xfrm>
            <a:off x="2445249" y="2455524"/>
            <a:ext cx="0" cy="39555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8AFAA95-541B-F606-4B92-7CD369F96806}"/>
              </a:ext>
            </a:extLst>
          </p:cNvPr>
          <p:cNvCxnSpPr/>
          <p:nvPr/>
        </p:nvCxnSpPr>
        <p:spPr>
          <a:xfrm>
            <a:off x="1575370" y="3899806"/>
            <a:ext cx="0" cy="3184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97B77E2-B073-89A0-9940-4FD829AD5F99}"/>
              </a:ext>
            </a:extLst>
          </p:cNvPr>
          <p:cNvCxnSpPr/>
          <p:nvPr/>
        </p:nvCxnSpPr>
        <p:spPr>
          <a:xfrm>
            <a:off x="1575370" y="3497002"/>
            <a:ext cx="0" cy="3184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4F700FE-5C7C-7DB5-424B-9D842BC5C8F5}"/>
              </a:ext>
            </a:extLst>
          </p:cNvPr>
          <p:cNvCxnSpPr/>
          <p:nvPr/>
        </p:nvCxnSpPr>
        <p:spPr>
          <a:xfrm>
            <a:off x="3106220" y="3497002"/>
            <a:ext cx="0" cy="3184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7BDD0DA-6261-2DC5-163D-0CF93133E39B}"/>
              </a:ext>
            </a:extLst>
          </p:cNvPr>
          <p:cNvCxnSpPr/>
          <p:nvPr/>
        </p:nvCxnSpPr>
        <p:spPr>
          <a:xfrm>
            <a:off x="3106220" y="3856597"/>
            <a:ext cx="0" cy="3184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1" name="Chart 10">
            <a:extLst>
              <a:ext uri="{FF2B5EF4-FFF2-40B4-BE49-F238E27FC236}">
                <a16:creationId xmlns:a16="http://schemas.microsoft.com/office/drawing/2014/main" id="{8EB9C8A0-478C-9831-6304-D7F1BD88CAF0}"/>
              </a:ext>
            </a:extLst>
          </p:cNvPr>
          <p:cNvGraphicFramePr/>
          <p:nvPr>
            <p:extLst>
              <p:ext uri="{D42A27DB-BD31-4B8C-83A1-F6EECF244321}">
                <p14:modId xmlns:p14="http://schemas.microsoft.com/office/powerpoint/2010/main" val="1977968631"/>
              </p:ext>
            </p:extLst>
          </p:nvPr>
        </p:nvGraphicFramePr>
        <p:xfrm>
          <a:off x="336764" y="787668"/>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98455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2"/>
                                        </p:tgtEl>
                                      </p:cBhvr>
                                    </p:animEffect>
                                    <p:anim calcmode="lin" valueType="num">
                                      <p:cBhvr>
                                        <p:cTn id="7" dur="1822" tmFilter="0,0; 0.14,0.31; 0.43,0.73; 0.71,0.91; 1.0,1.0">
                                          <p:stCondLst>
                                            <p:cond delay="0"/>
                                          </p:stCondLst>
                                        </p:cTn>
                                        <p:tgtEl>
                                          <p:spTgt spid="2"/>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2"/>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2"/>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2"/>
                                        </p:tgtEl>
                                        <p:attrNameLst>
                                          <p:attrName>ppt_y</p:attrName>
                                        </p:attrNameLst>
                                      </p:cBhvr>
                                      <p:tavLst>
                                        <p:tav tm="0">
                                          <p:val>
                                            <p:strVal val="ppt_y"/>
                                          </p:val>
                                        </p:tav>
                                        <p:tav tm="100000">
                                          <p:val>
                                            <p:strVal val="ppt_y+ppt_h"/>
                                          </p:val>
                                        </p:tav>
                                      </p:tavLst>
                                    </p:anim>
                                    <p:animScale>
                                      <p:cBhvr>
                                        <p:cTn id="14" dur="26">
                                          <p:stCondLst>
                                            <p:cond delay="620"/>
                                          </p:stCondLst>
                                        </p:cTn>
                                        <p:tgtEl>
                                          <p:spTgt spid="2"/>
                                        </p:tgtEl>
                                      </p:cBhvr>
                                      <p:to x="100000" y="60000"/>
                                    </p:animScale>
                                    <p:animScale>
                                      <p:cBhvr>
                                        <p:cTn id="15" dur="166" decel="50000">
                                          <p:stCondLst>
                                            <p:cond delay="646"/>
                                          </p:stCondLst>
                                        </p:cTn>
                                        <p:tgtEl>
                                          <p:spTgt spid="2"/>
                                        </p:tgtEl>
                                      </p:cBhvr>
                                      <p:to x="100000" y="100000"/>
                                    </p:animScale>
                                    <p:animScale>
                                      <p:cBhvr>
                                        <p:cTn id="16" dur="26">
                                          <p:stCondLst>
                                            <p:cond delay="1312"/>
                                          </p:stCondLst>
                                        </p:cTn>
                                        <p:tgtEl>
                                          <p:spTgt spid="2"/>
                                        </p:tgtEl>
                                      </p:cBhvr>
                                      <p:to x="100000" y="80000"/>
                                    </p:animScale>
                                    <p:animScale>
                                      <p:cBhvr>
                                        <p:cTn id="17" dur="166" decel="50000">
                                          <p:stCondLst>
                                            <p:cond delay="1338"/>
                                          </p:stCondLst>
                                        </p:cTn>
                                        <p:tgtEl>
                                          <p:spTgt spid="2"/>
                                        </p:tgtEl>
                                      </p:cBhvr>
                                      <p:to x="100000" y="100000"/>
                                    </p:animScale>
                                    <p:animScale>
                                      <p:cBhvr>
                                        <p:cTn id="18" dur="26">
                                          <p:stCondLst>
                                            <p:cond delay="1642"/>
                                          </p:stCondLst>
                                        </p:cTn>
                                        <p:tgtEl>
                                          <p:spTgt spid="2"/>
                                        </p:tgtEl>
                                      </p:cBhvr>
                                      <p:to x="100000" y="90000"/>
                                    </p:animScale>
                                    <p:animScale>
                                      <p:cBhvr>
                                        <p:cTn id="19" dur="166" decel="50000">
                                          <p:stCondLst>
                                            <p:cond delay="1668"/>
                                          </p:stCondLst>
                                        </p:cTn>
                                        <p:tgtEl>
                                          <p:spTgt spid="2"/>
                                        </p:tgtEl>
                                      </p:cBhvr>
                                      <p:to x="100000" y="100000"/>
                                    </p:animScale>
                                    <p:animScale>
                                      <p:cBhvr>
                                        <p:cTn id="20" dur="26">
                                          <p:stCondLst>
                                            <p:cond delay="1808"/>
                                          </p:stCondLst>
                                        </p:cTn>
                                        <p:tgtEl>
                                          <p:spTgt spid="2"/>
                                        </p:tgtEl>
                                      </p:cBhvr>
                                      <p:to x="100000" y="95000"/>
                                    </p:animScale>
                                    <p:animScale>
                                      <p:cBhvr>
                                        <p:cTn id="21" dur="166" decel="50000">
                                          <p:stCondLst>
                                            <p:cond delay="1834"/>
                                          </p:stCondLst>
                                        </p:cTn>
                                        <p:tgtEl>
                                          <p:spTgt spid="2"/>
                                        </p:tgtEl>
                                      </p:cBhvr>
                                      <p:to x="100000" y="100000"/>
                                    </p:animScale>
                                    <p:set>
                                      <p:cBhvr>
                                        <p:cTn id="22"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07774A9-5188-5419-8134-DA630DA54673}"/>
              </a:ext>
            </a:extLst>
          </p:cNvPr>
          <p:cNvGraphicFramePr>
            <a:graphicFrameLocks noGrp="1"/>
          </p:cNvGraphicFramePr>
          <p:nvPr>
            <p:ph idx="1"/>
            <p:extLst>
              <p:ext uri="{D42A27DB-BD31-4B8C-83A1-F6EECF244321}">
                <p14:modId xmlns:p14="http://schemas.microsoft.com/office/powerpoint/2010/main" val="2826936957"/>
              </p:ext>
            </p:extLst>
          </p:nvPr>
        </p:nvGraphicFramePr>
        <p:xfrm>
          <a:off x="838200" y="482885"/>
          <a:ext cx="10515600" cy="56940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2463313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A356-B919-7643-5952-851E845739F6}"/>
              </a:ext>
            </a:extLst>
          </p:cNvPr>
          <p:cNvSpPr>
            <a:spLocks noGrp="1"/>
          </p:cNvSpPr>
          <p:nvPr>
            <p:ph type="title"/>
          </p:nvPr>
        </p:nvSpPr>
        <p:spPr/>
        <p:txBody>
          <a:bodyPr/>
          <a:lstStyle/>
          <a:p>
            <a:endParaRPr lang="en-CA" dirty="0"/>
          </a:p>
        </p:txBody>
      </p:sp>
      <p:graphicFrame>
        <p:nvGraphicFramePr>
          <p:cNvPr id="4" name="Content Placeholder 3">
            <a:extLst>
              <a:ext uri="{FF2B5EF4-FFF2-40B4-BE49-F238E27FC236}">
                <a16:creationId xmlns:a16="http://schemas.microsoft.com/office/drawing/2014/main" id="{1CE50217-275A-7565-F348-00FECA1DC18A}"/>
              </a:ext>
            </a:extLst>
          </p:cNvPr>
          <p:cNvGraphicFramePr>
            <a:graphicFrameLocks noGrp="1"/>
          </p:cNvGraphicFramePr>
          <p:nvPr>
            <p:ph idx="1"/>
            <p:extLst>
              <p:ext uri="{D42A27DB-BD31-4B8C-83A1-F6EECF244321}">
                <p14:modId xmlns:p14="http://schemas.microsoft.com/office/powerpoint/2010/main" val="1821732875"/>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87813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D007A-531F-C4E1-0A31-0F1A358B53D2}"/>
              </a:ext>
            </a:extLst>
          </p:cNvPr>
          <p:cNvSpPr>
            <a:spLocks noGrp="1"/>
          </p:cNvSpPr>
          <p:nvPr>
            <p:ph type="title"/>
          </p:nvPr>
        </p:nvSpPr>
        <p:spPr/>
        <p:txBody>
          <a:bodyPr/>
          <a:lstStyle/>
          <a:p>
            <a:endParaRPr lang="en-CA" dirty="0"/>
          </a:p>
        </p:txBody>
      </p:sp>
      <p:graphicFrame>
        <p:nvGraphicFramePr>
          <p:cNvPr id="6" name="Content Placeholder 5">
            <a:extLst>
              <a:ext uri="{FF2B5EF4-FFF2-40B4-BE49-F238E27FC236}">
                <a16:creationId xmlns:a16="http://schemas.microsoft.com/office/drawing/2014/main" id="{58259C82-86A5-C0FB-D9CD-D796EC6116FD}"/>
              </a:ext>
            </a:extLst>
          </p:cNvPr>
          <p:cNvGraphicFramePr>
            <a:graphicFrameLocks noGrp="1"/>
          </p:cNvGraphicFramePr>
          <p:nvPr>
            <p:ph idx="1"/>
            <p:extLst>
              <p:ext uri="{D42A27DB-BD31-4B8C-83A1-F6EECF244321}">
                <p14:modId xmlns:p14="http://schemas.microsoft.com/office/powerpoint/2010/main" val="3182615543"/>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5536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68B9-01E4-11DA-E31B-A439C9B0E265}"/>
              </a:ext>
            </a:extLst>
          </p:cNvPr>
          <p:cNvSpPr>
            <a:spLocks noGrp="1"/>
          </p:cNvSpPr>
          <p:nvPr>
            <p:ph type="title"/>
          </p:nvPr>
        </p:nvSpPr>
        <p:spPr/>
        <p:txBody>
          <a:bodyPr/>
          <a:lstStyle/>
          <a:p>
            <a:r>
              <a:rPr lang="en-CA" dirty="0"/>
              <a:t>The official trailer had the most engagements even with a disabled </a:t>
            </a:r>
            <a:r>
              <a:rPr lang="en-CA"/>
              <a:t>comment section.</a:t>
            </a:r>
            <a:endParaRPr lang="en-CA" dirty="0"/>
          </a:p>
        </p:txBody>
      </p:sp>
      <p:graphicFrame>
        <p:nvGraphicFramePr>
          <p:cNvPr id="6" name="Content Placeholder 5">
            <a:extLst>
              <a:ext uri="{FF2B5EF4-FFF2-40B4-BE49-F238E27FC236}">
                <a16:creationId xmlns:a16="http://schemas.microsoft.com/office/drawing/2014/main" id="{DA532264-6D80-B53B-9D5D-1DA26991A9E4}"/>
              </a:ext>
            </a:extLst>
          </p:cNvPr>
          <p:cNvGraphicFramePr>
            <a:graphicFrameLocks noGrp="1"/>
          </p:cNvGraphicFramePr>
          <p:nvPr>
            <p:ph idx="1"/>
            <p:extLst>
              <p:ext uri="{D42A27DB-BD31-4B8C-83A1-F6EECF244321}">
                <p14:modId xmlns:p14="http://schemas.microsoft.com/office/powerpoint/2010/main" val="1526437592"/>
              </p:ext>
            </p:extLst>
          </p:nvPr>
        </p:nvGraphicFramePr>
        <p:xfrm>
          <a:off x="850900" y="22193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84011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mera lens">
            <a:extLst>
              <a:ext uri="{FF2B5EF4-FFF2-40B4-BE49-F238E27FC236}">
                <a16:creationId xmlns:a16="http://schemas.microsoft.com/office/drawing/2014/main" id="{E26F38AA-454F-9B74-D96D-FAB1DD2DC379}"/>
              </a:ext>
            </a:extLst>
          </p:cNvPr>
          <p:cNvPicPr>
            <a:picLocks noChangeAspect="1"/>
          </p:cNvPicPr>
          <p:nvPr/>
        </p:nvPicPr>
        <p:blipFill rotWithShape="1">
          <a:blip r:embed="rId2"/>
          <a:srcRect l="11115" r="36226"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8F0DF-C6CD-8CB9-7E63-87419E0BB873}"/>
              </a:ext>
            </a:extLst>
          </p:cNvPr>
          <p:cNvSpPr>
            <a:spLocks noGrp="1"/>
          </p:cNvSpPr>
          <p:nvPr>
            <p:ph type="title"/>
          </p:nvPr>
        </p:nvSpPr>
        <p:spPr>
          <a:xfrm>
            <a:off x="6115317" y="405685"/>
            <a:ext cx="5464968" cy="1559301"/>
          </a:xfrm>
        </p:spPr>
        <p:txBody>
          <a:bodyPr>
            <a:normAutofit/>
          </a:bodyPr>
          <a:lstStyle/>
          <a:p>
            <a:endParaRPr lang="en-CA" sz="4000"/>
          </a:p>
        </p:txBody>
      </p:sp>
      <p:sp>
        <p:nvSpPr>
          <p:cNvPr id="3" name="Content Placeholder 2">
            <a:extLst>
              <a:ext uri="{FF2B5EF4-FFF2-40B4-BE49-F238E27FC236}">
                <a16:creationId xmlns:a16="http://schemas.microsoft.com/office/drawing/2014/main" id="{D2B37B41-25C0-C931-CF12-4752BE018934}"/>
              </a:ext>
            </a:extLst>
          </p:cNvPr>
          <p:cNvSpPr>
            <a:spLocks noGrp="1"/>
          </p:cNvSpPr>
          <p:nvPr>
            <p:ph idx="1"/>
          </p:nvPr>
        </p:nvSpPr>
        <p:spPr>
          <a:xfrm>
            <a:off x="6115317" y="2743200"/>
            <a:ext cx="5247340" cy="3496878"/>
          </a:xfrm>
        </p:spPr>
        <p:txBody>
          <a:bodyPr anchor="ctr">
            <a:normAutofit fontScale="92500" lnSpcReduction="10000"/>
          </a:bodyPr>
          <a:lstStyle/>
          <a:p>
            <a:pPr>
              <a:buFont typeface="Wingdings" panose="05000000000000000000" pitchFamily="2" charset="2"/>
              <a:buChar char="q"/>
            </a:pPr>
            <a:r>
              <a:rPr lang="en-CA" sz="2000" dirty="0"/>
              <a:t>From the graphical representation, it is clear that movie trailers have more views than the rest. </a:t>
            </a:r>
          </a:p>
          <a:p>
            <a:pPr>
              <a:buFont typeface="Wingdings" panose="05000000000000000000" pitchFamily="2" charset="2"/>
              <a:buChar char="q"/>
            </a:pPr>
            <a:r>
              <a:rPr lang="en-CA" sz="2000" dirty="0"/>
              <a:t>The teaser was what brought the attention of movie enthusiasts to anticipate the movie, while the trailer gave more details on what to expect. </a:t>
            </a:r>
          </a:p>
          <a:p>
            <a:pPr>
              <a:buFont typeface="Wingdings" panose="05000000000000000000" pitchFamily="2" charset="2"/>
              <a:buChar char="q"/>
            </a:pPr>
            <a:r>
              <a:rPr lang="en-CA" sz="2000" dirty="0"/>
              <a:t>The video with least views (“ Ok, Velma was worse than I thought”)   and engagement in total was the negative review but still had engagements when it came to comments. </a:t>
            </a:r>
          </a:p>
          <a:p>
            <a:pPr>
              <a:buFont typeface="Wingdings" panose="05000000000000000000" pitchFamily="2" charset="2"/>
              <a:buChar char="q"/>
            </a:pPr>
            <a:r>
              <a:rPr lang="en-CA" sz="2000" dirty="0"/>
              <a:t>All engagement is good engagement for film makers.</a:t>
            </a:r>
          </a:p>
          <a:p>
            <a:pPr marL="0" indent="0">
              <a:buNone/>
            </a:pPr>
            <a:endParaRPr lang="en-CA" sz="2000" dirty="0"/>
          </a:p>
          <a:p>
            <a:pPr>
              <a:buFont typeface="Wingdings" panose="05000000000000000000" pitchFamily="2" charset="2"/>
              <a:buChar char="q"/>
            </a:pPr>
            <a:endParaRPr lang="en-CA" sz="2000" dirty="0"/>
          </a:p>
        </p:txBody>
      </p:sp>
    </p:spTree>
    <p:extLst>
      <p:ext uri="{BB962C8B-B14F-4D97-AF65-F5344CB8AC3E}">
        <p14:creationId xmlns:p14="http://schemas.microsoft.com/office/powerpoint/2010/main" val="54999559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9624E-3CDB-E408-A146-286DF0CEFD39}"/>
              </a:ext>
            </a:extLst>
          </p:cNvPr>
          <p:cNvSpPr>
            <a:spLocks noGrp="1"/>
          </p:cNvSpPr>
          <p:nvPr>
            <p:ph type="title"/>
          </p:nvPr>
        </p:nvSpPr>
        <p:spPr/>
        <p:txBody>
          <a:bodyPr/>
          <a:lstStyle/>
          <a:p>
            <a:r>
              <a:rPr lang="en-CA"/>
              <a:t>Conclusion of findings </a:t>
            </a:r>
            <a:endParaRPr lang="en-CA" dirty="0"/>
          </a:p>
        </p:txBody>
      </p:sp>
      <p:graphicFrame>
        <p:nvGraphicFramePr>
          <p:cNvPr id="13" name="Content Placeholder 2">
            <a:extLst>
              <a:ext uri="{FF2B5EF4-FFF2-40B4-BE49-F238E27FC236}">
                <a16:creationId xmlns:a16="http://schemas.microsoft.com/office/drawing/2014/main" id="{950D8CB5-DC72-7A2A-F2B3-A7590BE8AC76}"/>
              </a:ext>
            </a:extLst>
          </p:cNvPr>
          <p:cNvGraphicFramePr>
            <a:graphicFrameLocks noGrp="1"/>
          </p:cNvGraphicFramePr>
          <p:nvPr>
            <p:ph idx="1"/>
            <p:extLst>
              <p:ext uri="{D42A27DB-BD31-4B8C-83A1-F6EECF244321}">
                <p14:modId xmlns:p14="http://schemas.microsoft.com/office/powerpoint/2010/main" val="418642080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790716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2599</TotalTime>
  <Words>512</Words>
  <Application>Microsoft Office PowerPoint</Application>
  <PresentationFormat>Widescreen</PresentationFormat>
  <Paragraphs>61</Paragraphs>
  <Slides>12</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Calibri</vt:lpstr>
      <vt:lpstr>Italics</vt:lpstr>
      <vt:lpstr>Söhne</vt:lpstr>
      <vt:lpstr>Wingdings</vt:lpstr>
      <vt:lpstr>Office Theme</vt:lpstr>
      <vt:lpstr>Unlocking The Thrill a tale of movie trailers vs. movie teasers</vt:lpstr>
      <vt:lpstr>Introduction</vt:lpstr>
      <vt:lpstr>What distinguishes two?</vt:lpstr>
      <vt:lpstr>The audience </vt:lpstr>
      <vt:lpstr>PowerPoint Presentation</vt:lpstr>
      <vt:lpstr>Table of engagements</vt:lpstr>
      <vt:lpstr>PowerPoint Presentation</vt:lpstr>
      <vt:lpstr>PowerPoint Presentation</vt:lpstr>
      <vt:lpstr>PowerPoint Presentation</vt:lpstr>
      <vt:lpstr>The official trailer had the most engagements even with a disabled comment section.</vt:lpstr>
      <vt:lpstr>PowerPoint Presentation</vt:lpstr>
      <vt:lpstr>Conclusion of findings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 The Thrill a tale of movie trailers vs. movie teasers</dc:title>
  <dc:creator>Soteria Ebulu</dc:creator>
  <cp:lastModifiedBy>Soteria Ebulu</cp:lastModifiedBy>
  <cp:revision>1</cp:revision>
  <dcterms:created xsi:type="dcterms:W3CDTF">2024-04-10T01:47:49Z</dcterms:created>
  <dcterms:modified xsi:type="dcterms:W3CDTF">2024-04-12T03:48:38Z</dcterms:modified>
</cp:coreProperties>
</file>